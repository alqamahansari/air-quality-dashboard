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B3100F56-F0A8-40A4-94F3-035BC815A003}">
          <p14:sldIdLst/>
        </p14:section>
        <p14:section name="Untitled Section" id="{C033C1A4-1B8D-413E-956E-24641CF0562A}">
          <p14:sldIdLst>
            <p14:sldId id="256"/>
            <p14:sldId id="257"/>
            <p14:sldId id="258"/>
            <p14:sldId id="259"/>
            <p14:sldId id="260"/>
            <p14:sldId id="261"/>
            <p14:sldId id="263"/>
            <p14:sldId id="262"/>
            <p14:sldId id="264"/>
            <p14:sldId id="265"/>
            <p14:sldId id="266"/>
            <p14:sldId id="267"/>
            <p14:sldId id="268"/>
            <p14:sldId id="269"/>
            <p14:sldId id="270"/>
            <p14:sldId id="271"/>
            <p14:sldId id="272"/>
            <p14:sldId id="273"/>
            <p14:sldId id="274"/>
            <p14:sldId id="275"/>
            <p14:sldId id="276"/>
            <p14:sldId id="277"/>
            <p14:sldId id="278"/>
            <p14:sldId id="279"/>
            <p14:sldId id="280"/>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436812-5A9C-4DAB-8374-A558119445F2}" v="92" dt="2025-05-29T08:25:45.3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Alquamah Ansari" userId="bfd4326778c51f46" providerId="LiveId" clId="{E3436812-5A9C-4DAB-8374-A558119445F2}"/>
    <pc:docChg chg="undo redo custSel addSld delSld modSld addSection modSection">
      <pc:chgData name="Mohammad Alquamah Ansari" userId="bfd4326778c51f46" providerId="LiveId" clId="{E3436812-5A9C-4DAB-8374-A558119445F2}" dt="2025-05-29T13:49:57.544" v="3980" actId="1076"/>
      <pc:docMkLst>
        <pc:docMk/>
      </pc:docMkLst>
      <pc:sldChg chg="addSp delSp modSp mod setBg modClrScheme chgLayout">
        <pc:chgData name="Mohammad Alquamah Ansari" userId="bfd4326778c51f46" providerId="LiveId" clId="{E3436812-5A9C-4DAB-8374-A558119445F2}" dt="2025-05-29T02:43:19.057" v="1347" actId="255"/>
        <pc:sldMkLst>
          <pc:docMk/>
          <pc:sldMk cId="997200610" sldId="256"/>
        </pc:sldMkLst>
        <pc:spChg chg="mod ord">
          <ac:chgData name="Mohammad Alquamah Ansari" userId="bfd4326778c51f46" providerId="LiveId" clId="{E3436812-5A9C-4DAB-8374-A558119445F2}" dt="2025-05-29T02:42:09.740" v="1346" actId="1076"/>
          <ac:spMkLst>
            <pc:docMk/>
            <pc:sldMk cId="997200610" sldId="256"/>
            <ac:spMk id="2" creationId="{66D57BD1-A124-CB3C-3964-09FCA6D2467F}"/>
          </ac:spMkLst>
        </pc:spChg>
        <pc:spChg chg="mod ord">
          <ac:chgData name="Mohammad Alquamah Ansari" userId="bfd4326778c51f46" providerId="LiveId" clId="{E3436812-5A9C-4DAB-8374-A558119445F2}" dt="2025-05-29T02:43:19.057" v="1347" actId="255"/>
          <ac:spMkLst>
            <pc:docMk/>
            <pc:sldMk cId="997200610" sldId="256"/>
            <ac:spMk id="3" creationId="{5F4B4607-0379-E1FF-296B-EE4B4804D215}"/>
          </ac:spMkLst>
        </pc:spChg>
        <pc:spChg chg="add">
          <ac:chgData name="Mohammad Alquamah Ansari" userId="bfd4326778c51f46" providerId="LiveId" clId="{E3436812-5A9C-4DAB-8374-A558119445F2}" dt="2025-05-28T06:40:11.781" v="826"/>
          <ac:spMkLst>
            <pc:docMk/>
            <pc:sldMk cId="997200610" sldId="256"/>
            <ac:spMk id="4" creationId="{ED6AF844-7140-E3FA-DBAB-38B5E682FBA6}"/>
          </ac:spMkLst>
        </pc:spChg>
        <pc:spChg chg="add">
          <ac:chgData name="Mohammad Alquamah Ansari" userId="bfd4326778c51f46" providerId="LiveId" clId="{E3436812-5A9C-4DAB-8374-A558119445F2}" dt="2025-05-28T06:40:11.781" v="826"/>
          <ac:spMkLst>
            <pc:docMk/>
            <pc:sldMk cId="997200610" sldId="256"/>
            <ac:spMk id="6" creationId="{D576F43B-D774-8555-70F5-23270715D8E0}"/>
          </ac:spMkLst>
        </pc:spChg>
        <pc:spChg chg="add">
          <ac:chgData name="Mohammad Alquamah Ansari" userId="bfd4326778c51f46" providerId="LiveId" clId="{E3436812-5A9C-4DAB-8374-A558119445F2}" dt="2025-05-28T06:40:11.781" v="826"/>
          <ac:spMkLst>
            <pc:docMk/>
            <pc:sldMk cId="997200610" sldId="256"/>
            <ac:spMk id="9" creationId="{7A9539AE-27D9-7F4D-9F2B-88D6F55FC3B9}"/>
          </ac:spMkLst>
        </pc:spChg>
        <pc:spChg chg="add">
          <ac:chgData name="Mohammad Alquamah Ansari" userId="bfd4326778c51f46" providerId="LiveId" clId="{E3436812-5A9C-4DAB-8374-A558119445F2}" dt="2025-05-28T06:40:11.781" v="826"/>
          <ac:spMkLst>
            <pc:docMk/>
            <pc:sldMk cId="997200610" sldId="256"/>
            <ac:spMk id="10" creationId="{227A9FB2-17CC-6EA5-544E-423196E68BED}"/>
          </ac:spMkLst>
        </pc:spChg>
        <pc:spChg chg="add">
          <ac:chgData name="Mohammad Alquamah Ansari" userId="bfd4326778c51f46" providerId="LiveId" clId="{E3436812-5A9C-4DAB-8374-A558119445F2}" dt="2025-05-28T06:40:11.781" v="826"/>
          <ac:spMkLst>
            <pc:docMk/>
            <pc:sldMk cId="997200610" sldId="256"/>
            <ac:spMk id="12" creationId="{9F2BC0F9-AB61-9BF8-83FE-94432F632986}"/>
          </ac:spMkLst>
        </pc:spChg>
        <pc:spChg chg="add">
          <ac:chgData name="Mohammad Alquamah Ansari" userId="bfd4326778c51f46" providerId="LiveId" clId="{E3436812-5A9C-4DAB-8374-A558119445F2}" dt="2025-05-28T06:40:11.781" v="826"/>
          <ac:spMkLst>
            <pc:docMk/>
            <pc:sldMk cId="997200610" sldId="256"/>
            <ac:spMk id="13" creationId="{7B12A0BA-3413-E096-68E0-AB506F712AA2}"/>
          </ac:spMkLst>
        </pc:spChg>
        <pc:spChg chg="add">
          <ac:chgData name="Mohammad Alquamah Ansari" userId="bfd4326778c51f46" providerId="LiveId" clId="{E3436812-5A9C-4DAB-8374-A558119445F2}" dt="2025-05-28T06:40:11.781" v="826"/>
          <ac:spMkLst>
            <pc:docMk/>
            <pc:sldMk cId="997200610" sldId="256"/>
            <ac:spMk id="14" creationId="{9569A2BC-6DFE-0275-8932-12CDBC367DF7}"/>
          </ac:spMkLst>
        </pc:spChg>
        <pc:spChg chg="add">
          <ac:chgData name="Mohammad Alquamah Ansari" userId="bfd4326778c51f46" providerId="LiveId" clId="{E3436812-5A9C-4DAB-8374-A558119445F2}" dt="2025-05-28T06:40:11.781" v="826"/>
          <ac:spMkLst>
            <pc:docMk/>
            <pc:sldMk cId="997200610" sldId="256"/>
            <ac:spMk id="15" creationId="{83AE175D-C458-64FC-1CF7-474F60111202}"/>
          </ac:spMkLst>
        </pc:spChg>
        <pc:spChg chg="add">
          <ac:chgData name="Mohammad Alquamah Ansari" userId="bfd4326778c51f46" providerId="LiveId" clId="{E3436812-5A9C-4DAB-8374-A558119445F2}" dt="2025-05-28T06:40:11.781" v="826"/>
          <ac:spMkLst>
            <pc:docMk/>
            <pc:sldMk cId="997200610" sldId="256"/>
            <ac:spMk id="16" creationId="{22B46E7B-53B0-6914-94CF-065533628E99}"/>
          </ac:spMkLst>
        </pc:spChg>
        <pc:spChg chg="add">
          <ac:chgData name="Mohammad Alquamah Ansari" userId="bfd4326778c51f46" providerId="LiveId" clId="{E3436812-5A9C-4DAB-8374-A558119445F2}" dt="2025-05-28T06:40:11.781" v="826"/>
          <ac:spMkLst>
            <pc:docMk/>
            <pc:sldMk cId="997200610" sldId="256"/>
            <ac:spMk id="17" creationId="{004EBB9B-B7B3-0549-A5D8-6CE2BBE24182}"/>
          </ac:spMkLst>
        </pc:spChg>
        <pc:picChg chg="add mod">
          <ac:chgData name="Mohammad Alquamah Ansari" userId="bfd4326778c51f46" providerId="LiveId" clId="{E3436812-5A9C-4DAB-8374-A558119445F2}" dt="2025-05-29T02:40:44.486" v="1306" actId="1076"/>
          <ac:picMkLst>
            <pc:docMk/>
            <pc:sldMk cId="997200610" sldId="256"/>
            <ac:picMk id="8" creationId="{E7B2DB33-6BF3-7F32-BEAA-A008F8F5F01E}"/>
          </ac:picMkLst>
        </pc:picChg>
      </pc:sldChg>
      <pc:sldChg chg="addSp delSp modSp mod modClrScheme chgLayout">
        <pc:chgData name="Mohammad Alquamah Ansari" userId="bfd4326778c51f46" providerId="LiveId" clId="{E3436812-5A9C-4DAB-8374-A558119445F2}" dt="2025-05-29T07:14:29.402" v="3372" actId="207"/>
        <pc:sldMkLst>
          <pc:docMk/>
          <pc:sldMk cId="1613144121" sldId="257"/>
        </pc:sldMkLst>
        <pc:spChg chg="mod ord">
          <ac:chgData name="Mohammad Alquamah Ansari" userId="bfd4326778c51f46" providerId="LiveId" clId="{E3436812-5A9C-4DAB-8374-A558119445F2}" dt="2025-05-29T07:14:29.402" v="3372" actId="207"/>
          <ac:spMkLst>
            <pc:docMk/>
            <pc:sldMk cId="1613144121" sldId="257"/>
            <ac:spMk id="2" creationId="{EAE51C58-9D73-5C10-869F-53869AE19333}"/>
          </ac:spMkLst>
        </pc:spChg>
        <pc:spChg chg="add">
          <ac:chgData name="Mohammad Alquamah Ansari" userId="bfd4326778c51f46" providerId="LiveId" clId="{E3436812-5A9C-4DAB-8374-A558119445F2}" dt="2025-05-29T03:49:12.186" v="1357"/>
          <ac:spMkLst>
            <pc:docMk/>
            <pc:sldMk cId="1613144121" sldId="257"/>
            <ac:spMk id="3" creationId="{CD8749EE-9DF4-A771-A38E-A6111ED3E042}"/>
          </ac:spMkLst>
        </pc:spChg>
        <pc:spChg chg="add mod">
          <ac:chgData name="Mohammad Alquamah Ansari" userId="bfd4326778c51f46" providerId="LiveId" clId="{E3436812-5A9C-4DAB-8374-A558119445F2}" dt="2025-05-29T03:49:44.070" v="1377"/>
          <ac:spMkLst>
            <pc:docMk/>
            <pc:sldMk cId="1613144121" sldId="257"/>
            <ac:spMk id="4" creationId="{54D87E01-41CA-85D6-7418-BAB3FA7423F2}"/>
          </ac:spMkLst>
        </pc:spChg>
        <pc:spChg chg="add del mod ord">
          <ac:chgData name="Mohammad Alquamah Ansari" userId="bfd4326778c51f46" providerId="LiveId" clId="{E3436812-5A9C-4DAB-8374-A558119445F2}" dt="2025-05-29T03:50:47.090" v="1389" actId="255"/>
          <ac:spMkLst>
            <pc:docMk/>
            <pc:sldMk cId="1613144121" sldId="257"/>
            <ac:spMk id="5" creationId="{86299B0F-D6FA-2711-839F-C632A62F6186}"/>
          </ac:spMkLst>
        </pc:spChg>
        <pc:spChg chg="add mod">
          <ac:chgData name="Mohammad Alquamah Ansari" userId="bfd4326778c51f46" providerId="LiveId" clId="{E3436812-5A9C-4DAB-8374-A558119445F2}" dt="2025-05-29T03:49:54.630" v="1380"/>
          <ac:spMkLst>
            <pc:docMk/>
            <pc:sldMk cId="1613144121" sldId="257"/>
            <ac:spMk id="6" creationId="{087F4A33-8D18-55ED-49BE-D0895F4DF4DC}"/>
          </ac:spMkLst>
        </pc:spChg>
        <pc:picChg chg="add mod">
          <ac:chgData name="Mohammad Alquamah Ansari" userId="bfd4326778c51f46" providerId="LiveId" clId="{E3436812-5A9C-4DAB-8374-A558119445F2}" dt="2025-05-29T03:56:03.589" v="1399" actId="14826"/>
          <ac:picMkLst>
            <pc:docMk/>
            <pc:sldMk cId="1613144121" sldId="257"/>
            <ac:picMk id="7" creationId="{E9FE7CDF-51F3-396B-CD02-1BBCE1DDF747}"/>
          </ac:picMkLst>
        </pc:picChg>
      </pc:sldChg>
      <pc:sldChg chg="addSp delSp modSp new mod setBg">
        <pc:chgData name="Mohammad Alquamah Ansari" userId="bfd4326778c51f46" providerId="LiveId" clId="{E3436812-5A9C-4DAB-8374-A558119445F2}" dt="2025-05-29T07:14:41.144" v="3375" actId="207"/>
        <pc:sldMkLst>
          <pc:docMk/>
          <pc:sldMk cId="69813631" sldId="258"/>
        </pc:sldMkLst>
        <pc:spChg chg="mod">
          <ac:chgData name="Mohammad Alquamah Ansari" userId="bfd4326778c51f46" providerId="LiveId" clId="{E3436812-5A9C-4DAB-8374-A558119445F2}" dt="2025-05-29T07:14:41.144" v="3375" actId="207"/>
          <ac:spMkLst>
            <pc:docMk/>
            <pc:sldMk cId="69813631" sldId="258"/>
            <ac:spMk id="2" creationId="{8BB995F4-EF39-4B04-529A-85858DBF1B0D}"/>
          </ac:spMkLst>
        </pc:spChg>
        <pc:spChg chg="mod">
          <ac:chgData name="Mohammad Alquamah Ansari" userId="bfd4326778c51f46" providerId="LiveId" clId="{E3436812-5A9C-4DAB-8374-A558119445F2}" dt="2025-05-29T04:11:24.596" v="1479" actId="1038"/>
          <ac:spMkLst>
            <pc:docMk/>
            <pc:sldMk cId="69813631" sldId="258"/>
            <ac:spMk id="3" creationId="{25D2F3D0-2AEB-1375-5592-8A1144BDBBAB}"/>
          </ac:spMkLst>
        </pc:spChg>
        <pc:picChg chg="add del mod">
          <ac:chgData name="Mohammad Alquamah Ansari" userId="bfd4326778c51f46" providerId="LiveId" clId="{E3436812-5A9C-4DAB-8374-A558119445F2}" dt="2025-05-29T04:11:19.770" v="1478" actId="21"/>
          <ac:picMkLst>
            <pc:docMk/>
            <pc:sldMk cId="69813631" sldId="258"/>
            <ac:picMk id="5" creationId="{F80CD66B-4227-94B9-AC2A-EE937A757921}"/>
          </ac:picMkLst>
        </pc:picChg>
      </pc:sldChg>
      <pc:sldChg chg="addSp delSp modSp add mod modClrScheme chgLayout">
        <pc:chgData name="Mohammad Alquamah Ansari" userId="bfd4326778c51f46" providerId="LiveId" clId="{E3436812-5A9C-4DAB-8374-A558119445F2}" dt="2025-05-29T07:14:51.170" v="3376" actId="207"/>
        <pc:sldMkLst>
          <pc:docMk/>
          <pc:sldMk cId="3723365691" sldId="259"/>
        </pc:sldMkLst>
        <pc:spChg chg="mod ord">
          <ac:chgData name="Mohammad Alquamah Ansari" userId="bfd4326778c51f46" providerId="LiveId" clId="{E3436812-5A9C-4DAB-8374-A558119445F2}" dt="2025-05-29T07:14:51.170" v="3376" actId="207"/>
          <ac:spMkLst>
            <pc:docMk/>
            <pc:sldMk cId="3723365691" sldId="259"/>
            <ac:spMk id="2" creationId="{7018B04C-0950-FFBA-378E-6710D7EDC1D5}"/>
          </ac:spMkLst>
        </pc:spChg>
        <pc:spChg chg="mod ord">
          <ac:chgData name="Mohammad Alquamah Ansari" userId="bfd4326778c51f46" providerId="LiveId" clId="{E3436812-5A9C-4DAB-8374-A558119445F2}" dt="2025-05-29T04:18:33.673" v="1514" actId="14100"/>
          <ac:spMkLst>
            <pc:docMk/>
            <pc:sldMk cId="3723365691" sldId="259"/>
            <ac:spMk id="3" creationId="{8E2C8A18-19EF-B4DE-1E28-4794CF1AEF8D}"/>
          </ac:spMkLst>
        </pc:spChg>
        <pc:spChg chg="add del mod ord">
          <ac:chgData name="Mohammad Alquamah Ansari" userId="bfd4326778c51f46" providerId="LiveId" clId="{E3436812-5A9C-4DAB-8374-A558119445F2}" dt="2025-05-29T04:17:24.023" v="1500" actId="931"/>
          <ac:spMkLst>
            <pc:docMk/>
            <pc:sldMk cId="3723365691" sldId="259"/>
            <ac:spMk id="4" creationId="{D572F9CC-E092-F586-1544-68B0E4157EDD}"/>
          </ac:spMkLst>
        </pc:spChg>
        <pc:picChg chg="add mod">
          <ac:chgData name="Mohammad Alquamah Ansari" userId="bfd4326778c51f46" providerId="LiveId" clId="{E3436812-5A9C-4DAB-8374-A558119445F2}" dt="2025-05-29T04:17:24.023" v="1500" actId="931"/>
          <ac:picMkLst>
            <pc:docMk/>
            <pc:sldMk cId="3723365691" sldId="259"/>
            <ac:picMk id="6" creationId="{1467E0E5-BF9B-19C3-EE82-A162C52DCBA0}"/>
          </ac:picMkLst>
        </pc:picChg>
      </pc:sldChg>
      <pc:sldChg chg="modSp add mod">
        <pc:chgData name="Mohammad Alquamah Ansari" userId="bfd4326778c51f46" providerId="LiveId" clId="{E3436812-5A9C-4DAB-8374-A558119445F2}" dt="2025-05-29T07:15:31.915" v="3384" actId="207"/>
        <pc:sldMkLst>
          <pc:docMk/>
          <pc:sldMk cId="4238132070" sldId="260"/>
        </pc:sldMkLst>
        <pc:spChg chg="mod">
          <ac:chgData name="Mohammad Alquamah Ansari" userId="bfd4326778c51f46" providerId="LiveId" clId="{E3436812-5A9C-4DAB-8374-A558119445F2}" dt="2025-05-29T07:15:02.983" v="3379" actId="207"/>
          <ac:spMkLst>
            <pc:docMk/>
            <pc:sldMk cId="4238132070" sldId="260"/>
            <ac:spMk id="2" creationId="{8E4E0BF4-5E36-628C-13B1-45B82CD225B2}"/>
          </ac:spMkLst>
        </pc:spChg>
        <pc:spChg chg="mod">
          <ac:chgData name="Mohammad Alquamah Ansari" userId="bfd4326778c51f46" providerId="LiveId" clId="{E3436812-5A9C-4DAB-8374-A558119445F2}" dt="2025-05-29T07:15:31.915" v="3384" actId="207"/>
          <ac:spMkLst>
            <pc:docMk/>
            <pc:sldMk cId="4238132070" sldId="260"/>
            <ac:spMk id="3" creationId="{13C83FE4-3B82-3797-22AE-98377BE4F72D}"/>
          </ac:spMkLst>
        </pc:spChg>
      </pc:sldChg>
      <pc:sldChg chg="addSp delSp modSp add mod modClrScheme chgLayout">
        <pc:chgData name="Mohammad Alquamah Ansari" userId="bfd4326778c51f46" providerId="LiveId" clId="{E3436812-5A9C-4DAB-8374-A558119445F2}" dt="2025-05-29T07:16:41.836" v="3394" actId="207"/>
        <pc:sldMkLst>
          <pc:docMk/>
          <pc:sldMk cId="3986669553" sldId="261"/>
        </pc:sldMkLst>
        <pc:spChg chg="mod ord">
          <ac:chgData name="Mohammad Alquamah Ansari" userId="bfd4326778c51f46" providerId="LiveId" clId="{E3436812-5A9C-4DAB-8374-A558119445F2}" dt="2025-05-29T07:15:54.236" v="3387" actId="207"/>
          <ac:spMkLst>
            <pc:docMk/>
            <pc:sldMk cId="3986669553" sldId="261"/>
            <ac:spMk id="2" creationId="{B9BCA922-28AB-8F11-9AB8-33B9C9A1C894}"/>
          </ac:spMkLst>
        </pc:spChg>
        <pc:spChg chg="mod ord">
          <ac:chgData name="Mohammad Alquamah Ansari" userId="bfd4326778c51f46" providerId="LiveId" clId="{E3436812-5A9C-4DAB-8374-A558119445F2}" dt="2025-05-29T07:16:41.836" v="3394" actId="207"/>
          <ac:spMkLst>
            <pc:docMk/>
            <pc:sldMk cId="3986669553" sldId="261"/>
            <ac:spMk id="3" creationId="{04B90B05-EE16-0E7D-4533-F38B490CC25A}"/>
          </ac:spMkLst>
        </pc:spChg>
        <pc:spChg chg="add del mod ord">
          <ac:chgData name="Mohammad Alquamah Ansari" userId="bfd4326778c51f46" providerId="LiveId" clId="{E3436812-5A9C-4DAB-8374-A558119445F2}" dt="2025-05-29T04:35:35.002" v="1627" actId="931"/>
          <ac:spMkLst>
            <pc:docMk/>
            <pc:sldMk cId="3986669553" sldId="261"/>
            <ac:spMk id="4" creationId="{7F133996-D7C7-7167-6C2F-4034B25D812C}"/>
          </ac:spMkLst>
        </pc:spChg>
        <pc:picChg chg="add mod">
          <ac:chgData name="Mohammad Alquamah Ansari" userId="bfd4326778c51f46" providerId="LiveId" clId="{E3436812-5A9C-4DAB-8374-A558119445F2}" dt="2025-05-29T04:38:05.032" v="1629" actId="14100"/>
          <ac:picMkLst>
            <pc:docMk/>
            <pc:sldMk cId="3986669553" sldId="261"/>
            <ac:picMk id="6" creationId="{110B250A-FDB8-9646-6A1D-04858452C1CF}"/>
          </ac:picMkLst>
        </pc:picChg>
      </pc:sldChg>
      <pc:sldChg chg="addSp delSp modSp add mod chgLayout">
        <pc:chgData name="Mohammad Alquamah Ansari" userId="bfd4326778c51f46" providerId="LiveId" clId="{E3436812-5A9C-4DAB-8374-A558119445F2}" dt="2025-05-29T05:43:13.325" v="2108" actId="1076"/>
        <pc:sldMkLst>
          <pc:docMk/>
          <pc:sldMk cId="1336991738" sldId="262"/>
        </pc:sldMkLst>
        <pc:spChg chg="mod ord">
          <ac:chgData name="Mohammad Alquamah Ansari" userId="bfd4326778c51f46" providerId="LiveId" clId="{E3436812-5A9C-4DAB-8374-A558119445F2}" dt="2025-05-29T05:39:29.914" v="2080" actId="700"/>
          <ac:spMkLst>
            <pc:docMk/>
            <pc:sldMk cId="1336991738" sldId="262"/>
            <ac:spMk id="2" creationId="{698A2AFE-1AD6-A5FA-D281-19570E7B4502}"/>
          </ac:spMkLst>
        </pc:spChg>
        <pc:spChg chg="del mod">
          <ac:chgData name="Mohammad Alquamah Ansari" userId="bfd4326778c51f46" providerId="LiveId" clId="{E3436812-5A9C-4DAB-8374-A558119445F2}" dt="2025-05-29T05:36:15.728" v="2074"/>
          <ac:spMkLst>
            <pc:docMk/>
            <pc:sldMk cId="1336991738" sldId="262"/>
            <ac:spMk id="3" creationId="{4BE456E1-ACD8-1076-2C5E-A5FF78A66B41}"/>
          </ac:spMkLst>
        </pc:spChg>
        <pc:spChg chg="add mod">
          <ac:chgData name="Mohammad Alquamah Ansari" userId="bfd4326778c51f46" providerId="LiveId" clId="{E3436812-5A9C-4DAB-8374-A558119445F2}" dt="2025-05-29T05:42:29.593" v="2104"/>
          <ac:spMkLst>
            <pc:docMk/>
            <pc:sldMk cId="1336991738" sldId="262"/>
            <ac:spMk id="7" creationId="{1BF3A4FB-B08C-AC34-9199-50BCD49386E9}"/>
          </ac:spMkLst>
        </pc:spChg>
        <pc:spChg chg="add mod">
          <ac:chgData name="Mohammad Alquamah Ansari" userId="bfd4326778c51f46" providerId="LiveId" clId="{E3436812-5A9C-4DAB-8374-A558119445F2}" dt="2025-05-29T05:43:13.325" v="2108" actId="1076"/>
          <ac:spMkLst>
            <pc:docMk/>
            <pc:sldMk cId="1336991738" sldId="262"/>
            <ac:spMk id="8" creationId="{25E8E28E-C191-3909-B7ED-51BE05EE00CE}"/>
          </ac:spMkLst>
        </pc:spChg>
        <pc:picChg chg="add mod ord">
          <ac:chgData name="Mohammad Alquamah Ansari" userId="bfd4326778c51f46" providerId="LiveId" clId="{E3436812-5A9C-4DAB-8374-A558119445F2}" dt="2025-05-29T05:42:49.056" v="2106" actId="1076"/>
          <ac:picMkLst>
            <pc:docMk/>
            <pc:sldMk cId="1336991738" sldId="262"/>
            <ac:picMk id="4" creationId="{09635CC2-A949-3148-7742-ECE0C02276D1}"/>
          </ac:picMkLst>
        </pc:picChg>
        <pc:picChg chg="add mod">
          <ac:chgData name="Mohammad Alquamah Ansari" userId="bfd4326778c51f46" providerId="LiveId" clId="{E3436812-5A9C-4DAB-8374-A558119445F2}" dt="2025-05-29T05:42:46.312" v="2105" actId="1076"/>
          <ac:picMkLst>
            <pc:docMk/>
            <pc:sldMk cId="1336991738" sldId="262"/>
            <ac:picMk id="5" creationId="{CDF150F6-7469-7202-AE3A-96F4C9CEB5E3}"/>
          </ac:picMkLst>
        </pc:picChg>
      </pc:sldChg>
      <pc:sldChg chg="addSp delSp modSp add mod">
        <pc:chgData name="Mohammad Alquamah Ansari" userId="bfd4326778c51f46" providerId="LiveId" clId="{E3436812-5A9C-4DAB-8374-A558119445F2}" dt="2025-05-29T13:49:57.544" v="3980" actId="1076"/>
        <pc:sldMkLst>
          <pc:docMk/>
          <pc:sldMk cId="3923270995" sldId="263"/>
        </pc:sldMkLst>
        <pc:spChg chg="mod">
          <ac:chgData name="Mohammad Alquamah Ansari" userId="bfd4326778c51f46" providerId="LiveId" clId="{E3436812-5A9C-4DAB-8374-A558119445F2}" dt="2025-05-29T05:12:49.115" v="2066" actId="207"/>
          <ac:spMkLst>
            <pc:docMk/>
            <pc:sldMk cId="3923270995" sldId="263"/>
            <ac:spMk id="2" creationId="{260635FD-D2B3-2723-EA05-EB40666FA849}"/>
          </ac:spMkLst>
        </pc:spChg>
        <pc:spChg chg="mod">
          <ac:chgData name="Mohammad Alquamah Ansari" userId="bfd4326778c51f46" providerId="LiveId" clId="{E3436812-5A9C-4DAB-8374-A558119445F2}" dt="2025-05-29T13:48:37.881" v="3969" actId="20577"/>
          <ac:spMkLst>
            <pc:docMk/>
            <pc:sldMk cId="3923270995" sldId="263"/>
            <ac:spMk id="3" creationId="{18CD60DD-D373-1376-3E16-F4E7F021DEF5}"/>
          </ac:spMkLst>
        </pc:spChg>
        <pc:spChg chg="add mod">
          <ac:chgData name="Mohammad Alquamah Ansari" userId="bfd4326778c51f46" providerId="LiveId" clId="{E3436812-5A9C-4DAB-8374-A558119445F2}" dt="2025-05-29T13:49:31.188" v="3976" actId="1076"/>
          <ac:spMkLst>
            <pc:docMk/>
            <pc:sldMk cId="3923270995" sldId="263"/>
            <ac:spMk id="4" creationId="{EF66D657-26B3-9E15-CAD9-550169F2A50A}"/>
          </ac:spMkLst>
        </pc:spChg>
        <pc:spChg chg="add mod">
          <ac:chgData name="Mohammad Alquamah Ansari" userId="bfd4326778c51f46" providerId="LiveId" clId="{E3436812-5A9C-4DAB-8374-A558119445F2}" dt="2025-05-29T13:49:57.544" v="3980" actId="1076"/>
          <ac:spMkLst>
            <pc:docMk/>
            <pc:sldMk cId="3923270995" sldId="263"/>
            <ac:spMk id="6" creationId="{BB5F3DF7-1098-91B5-8198-2E2AAE6BDBED}"/>
          </ac:spMkLst>
        </pc:spChg>
        <pc:spChg chg="add del mod">
          <ac:chgData name="Mohammad Alquamah Ansari" userId="bfd4326778c51f46" providerId="LiveId" clId="{E3436812-5A9C-4DAB-8374-A558119445F2}" dt="2025-05-29T05:07:32.046" v="1926"/>
          <ac:spMkLst>
            <pc:docMk/>
            <pc:sldMk cId="3923270995" sldId="263"/>
            <ac:spMk id="7" creationId="{D6AF5407-00D4-28BF-4CF4-35A561B36998}"/>
          </ac:spMkLst>
        </pc:spChg>
        <pc:picChg chg="add mod">
          <ac:chgData name="Mohammad Alquamah Ansari" userId="bfd4326778c51f46" providerId="LiveId" clId="{E3436812-5A9C-4DAB-8374-A558119445F2}" dt="2025-05-29T13:49:00.661" v="3972" actId="1076"/>
          <ac:picMkLst>
            <pc:docMk/>
            <pc:sldMk cId="3923270995" sldId="263"/>
            <ac:picMk id="5" creationId="{60B3056F-418D-3AC4-A5AE-8BBE49E8306A}"/>
          </ac:picMkLst>
        </pc:picChg>
        <pc:picChg chg="add mod">
          <ac:chgData name="Mohammad Alquamah Ansari" userId="bfd4326778c51f46" providerId="LiveId" clId="{E3436812-5A9C-4DAB-8374-A558119445F2}" dt="2025-05-29T13:48:52.525" v="3970" actId="1076"/>
          <ac:picMkLst>
            <pc:docMk/>
            <pc:sldMk cId="3923270995" sldId="263"/>
            <ac:picMk id="9" creationId="{8F6CC226-481D-B4DC-F2FE-F7E33FEEA7BA}"/>
          </ac:picMkLst>
        </pc:picChg>
        <pc:picChg chg="add mod">
          <ac:chgData name="Mohammad Alquamah Ansari" userId="bfd4326778c51f46" providerId="LiveId" clId="{E3436812-5A9C-4DAB-8374-A558119445F2}" dt="2025-05-29T13:49:04.075" v="3973" actId="1076"/>
          <ac:picMkLst>
            <pc:docMk/>
            <pc:sldMk cId="3923270995" sldId="263"/>
            <ac:picMk id="11" creationId="{B1E7DD45-B795-C3D9-54D3-89F4B3D644D7}"/>
          </ac:picMkLst>
        </pc:picChg>
      </pc:sldChg>
      <pc:sldChg chg="addSp delSp modSp add mod">
        <pc:chgData name="Mohammad Alquamah Ansari" userId="bfd4326778c51f46" providerId="LiveId" clId="{E3436812-5A9C-4DAB-8374-A558119445F2}" dt="2025-05-29T07:20:09.731" v="3415" actId="207"/>
        <pc:sldMkLst>
          <pc:docMk/>
          <pc:sldMk cId="3740962007" sldId="264"/>
        </pc:sldMkLst>
        <pc:spChg chg="mod">
          <ac:chgData name="Mohammad Alquamah Ansari" userId="bfd4326778c51f46" providerId="LiveId" clId="{E3436812-5A9C-4DAB-8374-A558119445F2}" dt="2025-05-29T07:20:09.731" v="3415" actId="207"/>
          <ac:spMkLst>
            <pc:docMk/>
            <pc:sldMk cId="3740962007" sldId="264"/>
            <ac:spMk id="2" creationId="{5D1B8CC3-32CF-3E34-F8BD-8DF2D144057B}"/>
          </ac:spMkLst>
        </pc:spChg>
        <pc:spChg chg="add del mod">
          <ac:chgData name="Mohammad Alquamah Ansari" userId="bfd4326778c51f46" providerId="LiveId" clId="{E3436812-5A9C-4DAB-8374-A558119445F2}" dt="2025-05-29T05:47:37.645" v="2121" actId="5793"/>
          <ac:spMkLst>
            <pc:docMk/>
            <pc:sldMk cId="3740962007" sldId="264"/>
            <ac:spMk id="3" creationId="{A0F61F65-65E7-8AA3-C49A-EDBFA1A2E182}"/>
          </ac:spMkLst>
        </pc:spChg>
        <pc:spChg chg="add mod">
          <ac:chgData name="Mohammad Alquamah Ansari" userId="bfd4326778c51f46" providerId="LiveId" clId="{E3436812-5A9C-4DAB-8374-A558119445F2}" dt="2025-05-29T05:52:32.194" v="2135" actId="1076"/>
          <ac:spMkLst>
            <pc:docMk/>
            <pc:sldMk cId="3740962007" sldId="264"/>
            <ac:spMk id="9" creationId="{0199B51D-E968-4780-6DEC-9418CF5E5CCA}"/>
          </ac:spMkLst>
        </pc:spChg>
        <pc:picChg chg="add mod">
          <ac:chgData name="Mohammad Alquamah Ansari" userId="bfd4326778c51f46" providerId="LiveId" clId="{E3436812-5A9C-4DAB-8374-A558119445F2}" dt="2025-05-29T05:46:36.869" v="2118"/>
          <ac:picMkLst>
            <pc:docMk/>
            <pc:sldMk cId="3740962007" sldId="264"/>
            <ac:picMk id="4" creationId="{0DCFB19F-84FA-2171-38B0-BF170CCB81C2}"/>
          </ac:picMkLst>
        </pc:picChg>
        <pc:picChg chg="add mod">
          <ac:chgData name="Mohammad Alquamah Ansari" userId="bfd4326778c51f46" providerId="LiveId" clId="{E3436812-5A9C-4DAB-8374-A558119445F2}" dt="2025-05-29T05:51:09.279" v="2128" actId="1076"/>
          <ac:picMkLst>
            <pc:docMk/>
            <pc:sldMk cId="3740962007" sldId="264"/>
            <ac:picMk id="6" creationId="{1F66E998-2E31-DD11-C190-124F5D6AA183}"/>
          </ac:picMkLst>
        </pc:picChg>
        <pc:picChg chg="add mod">
          <ac:chgData name="Mohammad Alquamah Ansari" userId="bfd4326778c51f46" providerId="LiveId" clId="{E3436812-5A9C-4DAB-8374-A558119445F2}" dt="2025-05-29T05:52:04.643" v="2132" actId="1076"/>
          <ac:picMkLst>
            <pc:docMk/>
            <pc:sldMk cId="3740962007" sldId="264"/>
            <ac:picMk id="8" creationId="{5F26BD24-233F-4074-AA48-0188FECEB143}"/>
          </ac:picMkLst>
        </pc:picChg>
      </pc:sldChg>
      <pc:sldChg chg="modSp add del mod">
        <pc:chgData name="Mohammad Alquamah Ansari" userId="bfd4326778c51f46" providerId="LiveId" clId="{E3436812-5A9C-4DAB-8374-A558119445F2}" dt="2025-05-29T04:42:23.027" v="1641" actId="2696"/>
        <pc:sldMkLst>
          <pc:docMk/>
          <pc:sldMk cId="2771628599" sldId="265"/>
        </pc:sldMkLst>
        <pc:spChg chg="mod">
          <ac:chgData name="Mohammad Alquamah Ansari" userId="bfd4326778c51f46" providerId="LiveId" clId="{E3436812-5A9C-4DAB-8374-A558119445F2}" dt="2025-05-28T07:08:05.441" v="1122" actId="207"/>
          <ac:spMkLst>
            <pc:docMk/>
            <pc:sldMk cId="2771628599" sldId="265"/>
            <ac:spMk id="2" creationId="{92CBF34A-62D0-FDAB-090B-4C454F887598}"/>
          </ac:spMkLst>
        </pc:spChg>
        <pc:spChg chg="mod">
          <ac:chgData name="Mohammad Alquamah Ansari" userId="bfd4326778c51f46" providerId="LiveId" clId="{E3436812-5A9C-4DAB-8374-A558119445F2}" dt="2025-05-29T03:47:27.852" v="1350" actId="27636"/>
          <ac:spMkLst>
            <pc:docMk/>
            <pc:sldMk cId="2771628599" sldId="265"/>
            <ac:spMk id="3" creationId="{5D9B3C0C-DADB-FABD-C1D0-0CC0F7F86CB8}"/>
          </ac:spMkLst>
        </pc:spChg>
      </pc:sldChg>
      <pc:sldChg chg="addSp modSp add mod">
        <pc:chgData name="Mohammad Alquamah Ansari" userId="bfd4326778c51f46" providerId="LiveId" clId="{E3436812-5A9C-4DAB-8374-A558119445F2}" dt="2025-05-29T07:20:03.347" v="3414" actId="207"/>
        <pc:sldMkLst>
          <pc:docMk/>
          <pc:sldMk cId="4227516869" sldId="265"/>
        </pc:sldMkLst>
        <pc:spChg chg="mod">
          <ac:chgData name="Mohammad Alquamah Ansari" userId="bfd4326778c51f46" providerId="LiveId" clId="{E3436812-5A9C-4DAB-8374-A558119445F2}" dt="2025-05-29T07:20:03.347" v="3414" actId="207"/>
          <ac:spMkLst>
            <pc:docMk/>
            <pc:sldMk cId="4227516869" sldId="265"/>
            <ac:spMk id="2" creationId="{2B1D5911-320D-21A1-1440-6211981D72C7}"/>
          </ac:spMkLst>
        </pc:spChg>
        <pc:spChg chg="mod">
          <ac:chgData name="Mohammad Alquamah Ansari" userId="bfd4326778c51f46" providerId="LiveId" clId="{E3436812-5A9C-4DAB-8374-A558119445F2}" dt="2025-05-29T05:59:56.300" v="2358" actId="14100"/>
          <ac:spMkLst>
            <pc:docMk/>
            <pc:sldMk cId="4227516869" sldId="265"/>
            <ac:spMk id="3" creationId="{E7C2840B-61CC-E733-C930-66E0448F41EE}"/>
          </ac:spMkLst>
        </pc:spChg>
        <pc:picChg chg="add mod">
          <ac:chgData name="Mohammad Alquamah Ansari" userId="bfd4326778c51f46" providerId="LiveId" clId="{E3436812-5A9C-4DAB-8374-A558119445F2}" dt="2025-05-29T05:59:42.972" v="2356" actId="1076"/>
          <ac:picMkLst>
            <pc:docMk/>
            <pc:sldMk cId="4227516869" sldId="265"/>
            <ac:picMk id="5" creationId="{A3E83E2A-E6ED-7037-59E3-E4F662E1B041}"/>
          </ac:picMkLst>
        </pc:picChg>
      </pc:sldChg>
      <pc:sldChg chg="addSp modSp add mod">
        <pc:chgData name="Mohammad Alquamah Ansari" userId="bfd4326778c51f46" providerId="LiveId" clId="{E3436812-5A9C-4DAB-8374-A558119445F2}" dt="2025-05-29T07:19:54.114" v="3413" actId="207"/>
        <pc:sldMkLst>
          <pc:docMk/>
          <pc:sldMk cId="1702427059" sldId="266"/>
        </pc:sldMkLst>
        <pc:spChg chg="mod">
          <ac:chgData name="Mohammad Alquamah Ansari" userId="bfd4326778c51f46" providerId="LiveId" clId="{E3436812-5A9C-4DAB-8374-A558119445F2}" dt="2025-05-29T07:19:54.114" v="3413" actId="207"/>
          <ac:spMkLst>
            <pc:docMk/>
            <pc:sldMk cId="1702427059" sldId="266"/>
            <ac:spMk id="2" creationId="{52E585E4-E16A-A503-EE94-64D4491DC6CD}"/>
          </ac:spMkLst>
        </pc:spChg>
        <pc:spChg chg="mod">
          <ac:chgData name="Mohammad Alquamah Ansari" userId="bfd4326778c51f46" providerId="LiveId" clId="{E3436812-5A9C-4DAB-8374-A558119445F2}" dt="2025-05-29T06:06:46.530" v="2423" actId="27636"/>
          <ac:spMkLst>
            <pc:docMk/>
            <pc:sldMk cId="1702427059" sldId="266"/>
            <ac:spMk id="3" creationId="{070DE160-E642-B024-5F7C-A2E6C7B7D64C}"/>
          </ac:spMkLst>
        </pc:spChg>
        <pc:picChg chg="add mod">
          <ac:chgData name="Mohammad Alquamah Ansari" userId="bfd4326778c51f46" providerId="LiveId" clId="{E3436812-5A9C-4DAB-8374-A558119445F2}" dt="2025-05-29T06:05:22.453" v="2411" actId="14100"/>
          <ac:picMkLst>
            <pc:docMk/>
            <pc:sldMk cId="1702427059" sldId="266"/>
            <ac:picMk id="5" creationId="{5FD4B185-BFB6-1CB6-9781-E02303C40C64}"/>
          </ac:picMkLst>
        </pc:picChg>
        <pc:picChg chg="add mod">
          <ac:chgData name="Mohammad Alquamah Ansari" userId="bfd4326778c51f46" providerId="LiveId" clId="{E3436812-5A9C-4DAB-8374-A558119445F2}" dt="2025-05-29T06:06:14.544" v="2415" actId="1076"/>
          <ac:picMkLst>
            <pc:docMk/>
            <pc:sldMk cId="1702427059" sldId="266"/>
            <ac:picMk id="7" creationId="{FC5DBE25-2B6B-E7BE-57DC-2E7812FEFB90}"/>
          </ac:picMkLst>
        </pc:picChg>
      </pc:sldChg>
      <pc:sldChg chg="addSp delSp modSp add mod">
        <pc:chgData name="Mohammad Alquamah Ansari" userId="bfd4326778c51f46" providerId="LiveId" clId="{E3436812-5A9C-4DAB-8374-A558119445F2}" dt="2025-05-29T07:19:47.004" v="3411" actId="207"/>
        <pc:sldMkLst>
          <pc:docMk/>
          <pc:sldMk cId="2131074881" sldId="267"/>
        </pc:sldMkLst>
        <pc:spChg chg="mod">
          <ac:chgData name="Mohammad Alquamah Ansari" userId="bfd4326778c51f46" providerId="LiveId" clId="{E3436812-5A9C-4DAB-8374-A558119445F2}" dt="2025-05-29T07:19:47.004" v="3411" actId="207"/>
          <ac:spMkLst>
            <pc:docMk/>
            <pc:sldMk cId="2131074881" sldId="267"/>
            <ac:spMk id="2" creationId="{229C9C9A-3FD5-6EF5-DBA8-BD96541BE603}"/>
          </ac:spMkLst>
        </pc:spChg>
        <pc:spChg chg="mod">
          <ac:chgData name="Mohammad Alquamah Ansari" userId="bfd4326778c51f46" providerId="LiveId" clId="{E3436812-5A9C-4DAB-8374-A558119445F2}" dt="2025-05-29T06:14:38.016" v="2695" actId="20577"/>
          <ac:spMkLst>
            <pc:docMk/>
            <pc:sldMk cId="2131074881" sldId="267"/>
            <ac:spMk id="3" creationId="{0A4C832E-DC0E-E0D0-F480-1FD9646343C9}"/>
          </ac:spMkLst>
        </pc:spChg>
        <pc:spChg chg="add del mod">
          <ac:chgData name="Mohammad Alquamah Ansari" userId="bfd4326778c51f46" providerId="LiveId" clId="{E3436812-5A9C-4DAB-8374-A558119445F2}" dt="2025-05-29T06:13:34.809" v="2639" actId="11529"/>
          <ac:spMkLst>
            <pc:docMk/>
            <pc:sldMk cId="2131074881" sldId="267"/>
            <ac:spMk id="6" creationId="{018E5CCB-D093-1F09-6879-B7F2B33B7919}"/>
          </ac:spMkLst>
        </pc:spChg>
        <pc:picChg chg="add mod">
          <ac:chgData name="Mohammad Alquamah Ansari" userId="bfd4326778c51f46" providerId="LiveId" clId="{E3436812-5A9C-4DAB-8374-A558119445F2}" dt="2025-05-29T06:11:31.608" v="2574" actId="1076"/>
          <ac:picMkLst>
            <pc:docMk/>
            <pc:sldMk cId="2131074881" sldId="267"/>
            <ac:picMk id="5" creationId="{25CC5676-DC55-6EDB-F3F2-C486A468E49E}"/>
          </ac:picMkLst>
        </pc:picChg>
        <pc:cxnChg chg="add">
          <ac:chgData name="Mohammad Alquamah Ansari" userId="bfd4326778c51f46" providerId="LiveId" clId="{E3436812-5A9C-4DAB-8374-A558119445F2}" dt="2025-05-29T06:13:44.811" v="2640" actId="11529"/>
          <ac:cxnSpMkLst>
            <pc:docMk/>
            <pc:sldMk cId="2131074881" sldId="267"/>
            <ac:cxnSpMk id="8" creationId="{CDCB1CC0-70D6-E83E-0D69-F4E08759CDF2}"/>
          </ac:cxnSpMkLst>
        </pc:cxnChg>
        <pc:cxnChg chg="add">
          <ac:chgData name="Mohammad Alquamah Ansari" userId="bfd4326778c51f46" providerId="LiveId" clId="{E3436812-5A9C-4DAB-8374-A558119445F2}" dt="2025-05-29T06:14:07.107" v="2659" actId="11529"/>
          <ac:cxnSpMkLst>
            <pc:docMk/>
            <pc:sldMk cId="2131074881" sldId="267"/>
            <ac:cxnSpMk id="10" creationId="{9BA3D53F-8E91-E0C1-7942-E2E688A300CE}"/>
          </ac:cxnSpMkLst>
        </pc:cxnChg>
      </pc:sldChg>
      <pc:sldChg chg="addSp modSp add mod">
        <pc:chgData name="Mohammad Alquamah Ansari" userId="bfd4326778c51f46" providerId="LiveId" clId="{E3436812-5A9C-4DAB-8374-A558119445F2}" dt="2025-05-29T07:19:39.995" v="3410" actId="113"/>
        <pc:sldMkLst>
          <pc:docMk/>
          <pc:sldMk cId="68944060" sldId="268"/>
        </pc:sldMkLst>
        <pc:spChg chg="mod">
          <ac:chgData name="Mohammad Alquamah Ansari" userId="bfd4326778c51f46" providerId="LiveId" clId="{E3436812-5A9C-4DAB-8374-A558119445F2}" dt="2025-05-29T07:19:39.995" v="3410" actId="113"/>
          <ac:spMkLst>
            <pc:docMk/>
            <pc:sldMk cId="68944060" sldId="268"/>
            <ac:spMk id="2" creationId="{B764E4AE-E6BB-1E48-01A4-147DBDECA91B}"/>
          </ac:spMkLst>
        </pc:spChg>
        <pc:spChg chg="mod">
          <ac:chgData name="Mohammad Alquamah Ansari" userId="bfd4326778c51f46" providerId="LiveId" clId="{E3436812-5A9C-4DAB-8374-A558119445F2}" dt="2025-05-29T06:20:26.552" v="2870" actId="20577"/>
          <ac:spMkLst>
            <pc:docMk/>
            <pc:sldMk cId="68944060" sldId="268"/>
            <ac:spMk id="3" creationId="{FFFB9FA8-3DA3-A5A8-372B-45B83F392D66}"/>
          </ac:spMkLst>
        </pc:spChg>
        <pc:picChg chg="add mod">
          <ac:chgData name="Mohammad Alquamah Ansari" userId="bfd4326778c51f46" providerId="LiveId" clId="{E3436812-5A9C-4DAB-8374-A558119445F2}" dt="2025-05-29T06:21:05.441" v="2875" actId="1076"/>
          <ac:picMkLst>
            <pc:docMk/>
            <pc:sldMk cId="68944060" sldId="268"/>
            <ac:picMk id="4" creationId="{9834A63C-C4AD-6F70-F416-ABF94A141E95}"/>
          </ac:picMkLst>
        </pc:picChg>
      </pc:sldChg>
      <pc:sldChg chg="addSp delSp modSp add mod">
        <pc:chgData name="Mohammad Alquamah Ansari" userId="bfd4326778c51f46" providerId="LiveId" clId="{E3436812-5A9C-4DAB-8374-A558119445F2}" dt="2025-05-29T07:19:29.108" v="3407" actId="207"/>
        <pc:sldMkLst>
          <pc:docMk/>
          <pc:sldMk cId="779633964" sldId="269"/>
        </pc:sldMkLst>
        <pc:spChg chg="mod">
          <ac:chgData name="Mohammad Alquamah Ansari" userId="bfd4326778c51f46" providerId="LiveId" clId="{E3436812-5A9C-4DAB-8374-A558119445F2}" dt="2025-05-29T07:19:29.108" v="3407" actId="207"/>
          <ac:spMkLst>
            <pc:docMk/>
            <pc:sldMk cId="779633964" sldId="269"/>
            <ac:spMk id="2" creationId="{F94EDAA1-FEE8-4A34-33D5-E7A5506C6A95}"/>
          </ac:spMkLst>
        </pc:spChg>
        <pc:spChg chg="mod">
          <ac:chgData name="Mohammad Alquamah Ansari" userId="bfd4326778c51f46" providerId="LiveId" clId="{E3436812-5A9C-4DAB-8374-A558119445F2}" dt="2025-05-29T06:24:06.103" v="2887" actId="207"/>
          <ac:spMkLst>
            <pc:docMk/>
            <pc:sldMk cId="779633964" sldId="269"/>
            <ac:spMk id="3" creationId="{EFCDF1D6-010D-478B-8291-7120D65D5B41}"/>
          </ac:spMkLst>
        </pc:spChg>
        <pc:picChg chg="add del mod">
          <ac:chgData name="Mohammad Alquamah Ansari" userId="bfd4326778c51f46" providerId="LiveId" clId="{E3436812-5A9C-4DAB-8374-A558119445F2}" dt="2025-05-29T06:35:44.021" v="2919" actId="21"/>
          <ac:picMkLst>
            <pc:docMk/>
            <pc:sldMk cId="779633964" sldId="269"/>
            <ac:picMk id="4" creationId="{40B2C7EB-155D-94A5-871C-32B557AAA61D}"/>
          </ac:picMkLst>
        </pc:picChg>
        <pc:picChg chg="add mod">
          <ac:chgData name="Mohammad Alquamah Ansari" userId="bfd4326778c51f46" providerId="LiveId" clId="{E3436812-5A9C-4DAB-8374-A558119445F2}" dt="2025-05-29T06:35:53.458" v="2922" actId="1076"/>
          <ac:picMkLst>
            <pc:docMk/>
            <pc:sldMk cId="779633964" sldId="269"/>
            <ac:picMk id="5" creationId="{AE192D06-7528-CE7E-DAAC-71FEB94C199D}"/>
          </ac:picMkLst>
        </pc:picChg>
      </pc:sldChg>
      <pc:sldChg chg="addSp delSp modSp add mod">
        <pc:chgData name="Mohammad Alquamah Ansari" userId="bfd4326778c51f46" providerId="LiveId" clId="{E3436812-5A9C-4DAB-8374-A558119445F2}" dt="2025-05-29T07:19:23.649" v="3406" actId="207"/>
        <pc:sldMkLst>
          <pc:docMk/>
          <pc:sldMk cId="2660063230" sldId="270"/>
        </pc:sldMkLst>
        <pc:spChg chg="mod">
          <ac:chgData name="Mohammad Alquamah Ansari" userId="bfd4326778c51f46" providerId="LiveId" clId="{E3436812-5A9C-4DAB-8374-A558119445F2}" dt="2025-05-29T07:19:23.649" v="3406" actId="207"/>
          <ac:spMkLst>
            <pc:docMk/>
            <pc:sldMk cId="2660063230" sldId="270"/>
            <ac:spMk id="2" creationId="{ADEEA9BC-B378-1B06-C972-FF2598D88A07}"/>
          </ac:spMkLst>
        </pc:spChg>
        <pc:spChg chg="mod">
          <ac:chgData name="Mohammad Alquamah Ansari" userId="bfd4326778c51f46" providerId="LiveId" clId="{E3436812-5A9C-4DAB-8374-A558119445F2}" dt="2025-05-29T06:27:53.234" v="2909" actId="14100"/>
          <ac:spMkLst>
            <pc:docMk/>
            <pc:sldMk cId="2660063230" sldId="270"/>
            <ac:spMk id="3" creationId="{E3F84F52-7596-7448-8129-368556EC8933}"/>
          </ac:spMkLst>
        </pc:spChg>
        <pc:picChg chg="add del mod">
          <ac:chgData name="Mohammad Alquamah Ansari" userId="bfd4326778c51f46" providerId="LiveId" clId="{E3436812-5A9C-4DAB-8374-A558119445F2}" dt="2025-05-29T06:30:04.183" v="2913" actId="21"/>
          <ac:picMkLst>
            <pc:docMk/>
            <pc:sldMk cId="2660063230" sldId="270"/>
            <ac:picMk id="5" creationId="{B0F8E509-F520-C0B4-78C8-BB8474066FE0}"/>
          </ac:picMkLst>
        </pc:picChg>
        <pc:picChg chg="add mod">
          <ac:chgData name="Mohammad Alquamah Ansari" userId="bfd4326778c51f46" providerId="LiveId" clId="{E3436812-5A9C-4DAB-8374-A558119445F2}" dt="2025-05-29T06:30:44.091" v="2917" actId="1076"/>
          <ac:picMkLst>
            <pc:docMk/>
            <pc:sldMk cId="2660063230" sldId="270"/>
            <ac:picMk id="7" creationId="{908FCDBB-5490-DC66-17B9-61756597FE41}"/>
          </ac:picMkLst>
        </pc:picChg>
      </pc:sldChg>
      <pc:sldChg chg="addSp delSp modSp add mod modClrScheme chgLayout">
        <pc:chgData name="Mohammad Alquamah Ansari" userId="bfd4326778c51f46" providerId="LiveId" clId="{E3436812-5A9C-4DAB-8374-A558119445F2}" dt="2025-05-29T07:20:47.059" v="3419" actId="207"/>
        <pc:sldMkLst>
          <pc:docMk/>
          <pc:sldMk cId="4160255318" sldId="271"/>
        </pc:sldMkLst>
        <pc:spChg chg="mod ord">
          <ac:chgData name="Mohammad Alquamah Ansari" userId="bfd4326778c51f46" providerId="LiveId" clId="{E3436812-5A9C-4DAB-8374-A558119445F2}" dt="2025-05-29T07:02:52.136" v="3146" actId="207"/>
          <ac:spMkLst>
            <pc:docMk/>
            <pc:sldMk cId="4160255318" sldId="271"/>
            <ac:spMk id="2" creationId="{BEFA9579-D80C-2062-7FE4-3D7E5A7A2CFF}"/>
          </ac:spMkLst>
        </pc:spChg>
        <pc:spChg chg="mod ord">
          <ac:chgData name="Mohammad Alquamah Ansari" userId="bfd4326778c51f46" providerId="LiveId" clId="{E3436812-5A9C-4DAB-8374-A558119445F2}" dt="2025-05-29T07:20:47.059" v="3419" actId="207"/>
          <ac:spMkLst>
            <pc:docMk/>
            <pc:sldMk cId="4160255318" sldId="271"/>
            <ac:spMk id="3" creationId="{851BBE36-2F51-7688-BED3-3CE154DAC632}"/>
          </ac:spMkLst>
        </pc:spChg>
        <pc:spChg chg="add del mod ord">
          <ac:chgData name="Mohammad Alquamah Ansari" userId="bfd4326778c51f46" providerId="LiveId" clId="{E3436812-5A9C-4DAB-8374-A558119445F2}" dt="2025-05-29T06:54:28.761" v="3039" actId="700"/>
          <ac:spMkLst>
            <pc:docMk/>
            <pc:sldMk cId="4160255318" sldId="271"/>
            <ac:spMk id="4" creationId="{627761DB-B44C-5D13-3B49-98FA97903FEF}"/>
          </ac:spMkLst>
        </pc:spChg>
        <pc:spChg chg="add del mod">
          <ac:chgData name="Mohammad Alquamah Ansari" userId="bfd4326778c51f46" providerId="LiveId" clId="{E3436812-5A9C-4DAB-8374-A558119445F2}" dt="2025-05-29T06:54:23.235" v="3034" actId="21"/>
          <ac:spMkLst>
            <pc:docMk/>
            <pc:sldMk cId="4160255318" sldId="271"/>
            <ac:spMk id="8" creationId="{112D9B9D-A700-7054-B31A-3BA4165C4206}"/>
          </ac:spMkLst>
        </pc:spChg>
        <pc:picChg chg="add del mod">
          <ac:chgData name="Mohammad Alquamah Ansari" userId="bfd4326778c51f46" providerId="LiveId" clId="{E3436812-5A9C-4DAB-8374-A558119445F2}" dt="2025-05-29T06:54:25.863" v="3038" actId="931"/>
          <ac:picMkLst>
            <pc:docMk/>
            <pc:sldMk cId="4160255318" sldId="271"/>
            <ac:picMk id="6" creationId="{C1F20EA7-77FA-5C33-0455-4EB6A3A7AC38}"/>
          </ac:picMkLst>
        </pc:picChg>
        <pc:picChg chg="add mod">
          <ac:chgData name="Mohammad Alquamah Ansari" userId="bfd4326778c51f46" providerId="LiveId" clId="{E3436812-5A9C-4DAB-8374-A558119445F2}" dt="2025-05-29T06:55:29.452" v="3050" actId="1076"/>
          <ac:picMkLst>
            <pc:docMk/>
            <pc:sldMk cId="4160255318" sldId="271"/>
            <ac:picMk id="9" creationId="{2506F321-4A58-2005-5256-A16BA7114052}"/>
          </ac:picMkLst>
        </pc:picChg>
      </pc:sldChg>
      <pc:sldChg chg="addSp delSp modSp add mod">
        <pc:chgData name="Mohammad Alquamah Ansari" userId="bfd4326778c51f46" providerId="LiveId" clId="{E3436812-5A9C-4DAB-8374-A558119445F2}" dt="2025-05-29T07:21:03.372" v="3420" actId="207"/>
        <pc:sldMkLst>
          <pc:docMk/>
          <pc:sldMk cId="1429367268" sldId="272"/>
        </pc:sldMkLst>
        <pc:spChg chg="mod">
          <ac:chgData name="Mohammad Alquamah Ansari" userId="bfd4326778c51f46" providerId="LiveId" clId="{E3436812-5A9C-4DAB-8374-A558119445F2}" dt="2025-05-29T06:56:47.407" v="3055" actId="14100"/>
          <ac:spMkLst>
            <pc:docMk/>
            <pc:sldMk cId="1429367268" sldId="272"/>
            <ac:spMk id="2" creationId="{A373A764-6494-4D90-1626-C28423C92706}"/>
          </ac:spMkLst>
        </pc:spChg>
        <pc:spChg chg="add del mod">
          <ac:chgData name="Mohammad Alquamah Ansari" userId="bfd4326778c51f46" providerId="LiveId" clId="{E3436812-5A9C-4DAB-8374-A558119445F2}" dt="2025-05-29T07:21:03.372" v="3420" actId="207"/>
          <ac:spMkLst>
            <pc:docMk/>
            <pc:sldMk cId="1429367268" sldId="272"/>
            <ac:spMk id="3" creationId="{280F9C0E-AFA2-BEDB-0BFF-B8E3D5BDA19F}"/>
          </ac:spMkLst>
        </pc:spChg>
        <pc:spChg chg="add mod">
          <ac:chgData name="Mohammad Alquamah Ansari" userId="bfd4326778c51f46" providerId="LiveId" clId="{E3436812-5A9C-4DAB-8374-A558119445F2}" dt="2025-05-29T06:57:57.197" v="3062"/>
          <ac:spMkLst>
            <pc:docMk/>
            <pc:sldMk cId="1429367268" sldId="272"/>
            <ac:spMk id="4" creationId="{D5CA2CF0-F656-3D3F-9153-3CF2FA8EE165}"/>
          </ac:spMkLst>
        </pc:spChg>
      </pc:sldChg>
      <pc:sldChg chg="addSp delSp modSp add mod modClrScheme chgLayout">
        <pc:chgData name="Mohammad Alquamah Ansari" userId="bfd4326778c51f46" providerId="LiveId" clId="{E3436812-5A9C-4DAB-8374-A558119445F2}" dt="2025-05-29T07:21:25.171" v="3423" actId="207"/>
        <pc:sldMkLst>
          <pc:docMk/>
          <pc:sldMk cId="1407216602" sldId="273"/>
        </pc:sldMkLst>
        <pc:spChg chg="mod ord">
          <ac:chgData name="Mohammad Alquamah Ansari" userId="bfd4326778c51f46" providerId="LiveId" clId="{E3436812-5A9C-4DAB-8374-A558119445F2}" dt="2025-05-29T07:08:39.013" v="3273" actId="1076"/>
          <ac:spMkLst>
            <pc:docMk/>
            <pc:sldMk cId="1407216602" sldId="273"/>
            <ac:spMk id="2" creationId="{B72C7004-F3CA-1D6F-37BD-1C114ED08907}"/>
          </ac:spMkLst>
        </pc:spChg>
        <pc:spChg chg="del mod ord">
          <ac:chgData name="Mohammad Alquamah Ansari" userId="bfd4326778c51f46" providerId="LiveId" clId="{E3436812-5A9C-4DAB-8374-A558119445F2}" dt="2025-05-29T07:03:20.226" v="3147" actId="700"/>
          <ac:spMkLst>
            <pc:docMk/>
            <pc:sldMk cId="1407216602" sldId="273"/>
            <ac:spMk id="3" creationId="{254CB19D-B313-B2E6-1DE7-8EC76B3B90DA}"/>
          </ac:spMkLst>
        </pc:spChg>
        <pc:spChg chg="add del mod ord">
          <ac:chgData name="Mohammad Alquamah Ansari" userId="bfd4326778c51f46" providerId="LiveId" clId="{E3436812-5A9C-4DAB-8374-A558119445F2}" dt="2025-05-29T07:04:26.478" v="3158" actId="931"/>
          <ac:spMkLst>
            <pc:docMk/>
            <pc:sldMk cId="1407216602" sldId="273"/>
            <ac:spMk id="4" creationId="{685C14BF-C523-4B39-DC79-9F2246C0D9D2}"/>
          </ac:spMkLst>
        </pc:spChg>
        <pc:spChg chg="add del mod ord">
          <ac:chgData name="Mohammad Alquamah Ansari" userId="bfd4326778c51f46" providerId="LiveId" clId="{E3436812-5A9C-4DAB-8374-A558119445F2}" dt="2025-05-29T07:03:32.404" v="3151"/>
          <ac:spMkLst>
            <pc:docMk/>
            <pc:sldMk cId="1407216602" sldId="273"/>
            <ac:spMk id="5" creationId="{862A30F3-2F8F-11F8-A038-F6247F1646F0}"/>
          </ac:spMkLst>
        </pc:spChg>
        <pc:spChg chg="add mod">
          <ac:chgData name="Mohammad Alquamah Ansari" userId="bfd4326778c51f46" providerId="LiveId" clId="{E3436812-5A9C-4DAB-8374-A558119445F2}" dt="2025-05-29T07:21:25.171" v="3423" actId="207"/>
          <ac:spMkLst>
            <pc:docMk/>
            <pc:sldMk cId="1407216602" sldId="273"/>
            <ac:spMk id="6" creationId="{D93B2D13-5BC4-FA4D-407A-2E06B4AC32BF}"/>
          </ac:spMkLst>
        </pc:spChg>
        <pc:picChg chg="add mod">
          <ac:chgData name="Mohammad Alquamah Ansari" userId="bfd4326778c51f46" providerId="LiveId" clId="{E3436812-5A9C-4DAB-8374-A558119445F2}" dt="2025-05-29T07:04:47.954" v="3162" actId="14100"/>
          <ac:picMkLst>
            <pc:docMk/>
            <pc:sldMk cId="1407216602" sldId="273"/>
            <ac:picMk id="8" creationId="{061D40D5-3718-95ED-0FF4-84C84CD23BC0}"/>
          </ac:picMkLst>
        </pc:picChg>
      </pc:sldChg>
      <pc:sldChg chg="modSp add mod">
        <pc:chgData name="Mohammad Alquamah Ansari" userId="bfd4326778c51f46" providerId="LiveId" clId="{E3436812-5A9C-4DAB-8374-A558119445F2}" dt="2025-05-29T07:21:58.174" v="3424" actId="20577"/>
        <pc:sldMkLst>
          <pc:docMk/>
          <pc:sldMk cId="2952599965" sldId="274"/>
        </pc:sldMkLst>
        <pc:spChg chg="mod">
          <ac:chgData name="Mohammad Alquamah Ansari" userId="bfd4326778c51f46" providerId="LiveId" clId="{E3436812-5A9C-4DAB-8374-A558119445F2}" dt="2025-05-29T07:13:08.677" v="3362" actId="14100"/>
          <ac:spMkLst>
            <pc:docMk/>
            <pc:sldMk cId="2952599965" sldId="274"/>
            <ac:spMk id="2" creationId="{D2D16AAD-FE42-9BB8-87A0-2748263FFC51}"/>
          </ac:spMkLst>
        </pc:spChg>
        <pc:spChg chg="mod">
          <ac:chgData name="Mohammad Alquamah Ansari" userId="bfd4326778c51f46" providerId="LiveId" clId="{E3436812-5A9C-4DAB-8374-A558119445F2}" dt="2025-05-29T07:21:58.174" v="3424" actId="20577"/>
          <ac:spMkLst>
            <pc:docMk/>
            <pc:sldMk cId="2952599965" sldId="274"/>
            <ac:spMk id="3" creationId="{11299FF9-5928-A51F-9CF9-4B992F4494D1}"/>
          </ac:spMkLst>
        </pc:spChg>
      </pc:sldChg>
      <pc:sldChg chg="modSp add mod">
        <pc:chgData name="Mohammad Alquamah Ansari" userId="bfd4326778c51f46" providerId="LiveId" clId="{E3436812-5A9C-4DAB-8374-A558119445F2}" dt="2025-05-29T07:31:34.600" v="3481" actId="113"/>
        <pc:sldMkLst>
          <pc:docMk/>
          <pc:sldMk cId="925753865" sldId="275"/>
        </pc:sldMkLst>
        <pc:spChg chg="mod">
          <ac:chgData name="Mohammad Alquamah Ansari" userId="bfd4326778c51f46" providerId="LiveId" clId="{E3436812-5A9C-4DAB-8374-A558119445F2}" dt="2025-05-29T07:28:50.430" v="3446" actId="14100"/>
          <ac:spMkLst>
            <pc:docMk/>
            <pc:sldMk cId="925753865" sldId="275"/>
            <ac:spMk id="2" creationId="{1DB51757-87D2-96F6-A7C2-A1FC7CFE5E4E}"/>
          </ac:spMkLst>
        </pc:spChg>
        <pc:spChg chg="mod">
          <ac:chgData name="Mohammad Alquamah Ansari" userId="bfd4326778c51f46" providerId="LiveId" clId="{E3436812-5A9C-4DAB-8374-A558119445F2}" dt="2025-05-29T07:31:34.600" v="3481" actId="113"/>
          <ac:spMkLst>
            <pc:docMk/>
            <pc:sldMk cId="925753865" sldId="275"/>
            <ac:spMk id="3" creationId="{7FEE8B3D-0FA7-6558-073F-2F73728C0EF2}"/>
          </ac:spMkLst>
        </pc:spChg>
      </pc:sldChg>
      <pc:sldChg chg="addSp delSp modSp add mod modClrScheme chgLayout">
        <pc:chgData name="Mohammad Alquamah Ansari" userId="bfd4326778c51f46" providerId="LiveId" clId="{E3436812-5A9C-4DAB-8374-A558119445F2}" dt="2025-05-29T08:00:15.392" v="3665" actId="27636"/>
        <pc:sldMkLst>
          <pc:docMk/>
          <pc:sldMk cId="769075196" sldId="276"/>
        </pc:sldMkLst>
        <pc:spChg chg="del mod ord">
          <ac:chgData name="Mohammad Alquamah Ansari" userId="bfd4326778c51f46" providerId="LiveId" clId="{E3436812-5A9C-4DAB-8374-A558119445F2}" dt="2025-05-29T07:48:34.949" v="3486" actId="700"/>
          <ac:spMkLst>
            <pc:docMk/>
            <pc:sldMk cId="769075196" sldId="276"/>
            <ac:spMk id="2" creationId="{D59EF0FC-8311-F5C8-8701-00D500999B45}"/>
          </ac:spMkLst>
        </pc:spChg>
        <pc:spChg chg="add del mod ord">
          <ac:chgData name="Mohammad Alquamah Ansari" userId="bfd4326778c51f46" providerId="LiveId" clId="{E3436812-5A9C-4DAB-8374-A558119445F2}" dt="2025-05-29T07:48:34.949" v="3486" actId="700"/>
          <ac:spMkLst>
            <pc:docMk/>
            <pc:sldMk cId="769075196" sldId="276"/>
            <ac:spMk id="3" creationId="{A9AE4299-9743-C731-D658-5B43B07801F8}"/>
          </ac:spMkLst>
        </pc:spChg>
        <pc:spChg chg="add mod ord">
          <ac:chgData name="Mohammad Alquamah Ansari" userId="bfd4326778c51f46" providerId="LiveId" clId="{E3436812-5A9C-4DAB-8374-A558119445F2}" dt="2025-05-29T07:52:33.036" v="3514" actId="14100"/>
          <ac:spMkLst>
            <pc:docMk/>
            <pc:sldMk cId="769075196" sldId="276"/>
            <ac:spMk id="6" creationId="{C42A6980-DC73-F51C-A8AB-FBB77B03F7CE}"/>
          </ac:spMkLst>
        </pc:spChg>
        <pc:spChg chg="add del mod ord">
          <ac:chgData name="Mohammad Alquamah Ansari" userId="bfd4326778c51f46" providerId="LiveId" clId="{E3436812-5A9C-4DAB-8374-A558119445F2}" dt="2025-05-29T07:48:44.964" v="3487" actId="931"/>
          <ac:spMkLst>
            <pc:docMk/>
            <pc:sldMk cId="769075196" sldId="276"/>
            <ac:spMk id="7" creationId="{7AE6B15A-7846-B701-5300-B044C3BE6C1E}"/>
          </ac:spMkLst>
        </pc:spChg>
        <pc:spChg chg="add mod ord">
          <ac:chgData name="Mohammad Alquamah Ansari" userId="bfd4326778c51f46" providerId="LiveId" clId="{E3436812-5A9C-4DAB-8374-A558119445F2}" dt="2025-05-29T08:00:15.392" v="3665" actId="27636"/>
          <ac:spMkLst>
            <pc:docMk/>
            <pc:sldMk cId="769075196" sldId="276"/>
            <ac:spMk id="8" creationId="{FA8498C8-EBDD-E1F7-2202-D3549B8FA261}"/>
          </ac:spMkLst>
        </pc:spChg>
        <pc:picChg chg="add mod">
          <ac:chgData name="Mohammad Alquamah Ansari" userId="bfd4326778c51f46" providerId="LiveId" clId="{E3436812-5A9C-4DAB-8374-A558119445F2}" dt="2025-05-29T07:48:28.111" v="3485" actId="931"/>
          <ac:picMkLst>
            <pc:docMk/>
            <pc:sldMk cId="769075196" sldId="276"/>
            <ac:picMk id="5" creationId="{FBF895B1-93FD-BCDB-08D9-A4244C628012}"/>
          </ac:picMkLst>
        </pc:picChg>
        <pc:picChg chg="add mod">
          <ac:chgData name="Mohammad Alquamah Ansari" userId="bfd4326778c51f46" providerId="LiveId" clId="{E3436812-5A9C-4DAB-8374-A558119445F2}" dt="2025-05-29T07:49:27.047" v="3497" actId="14100"/>
          <ac:picMkLst>
            <pc:docMk/>
            <pc:sldMk cId="769075196" sldId="276"/>
            <ac:picMk id="10" creationId="{0769C3FB-8A40-0084-AB89-F80D7ABF54C2}"/>
          </ac:picMkLst>
        </pc:picChg>
      </pc:sldChg>
      <pc:sldChg chg="addSp delSp modSp add mod modClrScheme chgLayout">
        <pc:chgData name="Mohammad Alquamah Ansari" userId="bfd4326778c51f46" providerId="LiveId" clId="{E3436812-5A9C-4DAB-8374-A558119445F2}" dt="2025-05-29T08:07:24.983" v="3718" actId="20577"/>
        <pc:sldMkLst>
          <pc:docMk/>
          <pc:sldMk cId="2520221427" sldId="277"/>
        </pc:sldMkLst>
        <pc:spChg chg="del mod ord">
          <ac:chgData name="Mohammad Alquamah Ansari" userId="bfd4326778c51f46" providerId="LiveId" clId="{E3436812-5A9C-4DAB-8374-A558119445F2}" dt="2025-05-29T08:02:02.854" v="3666" actId="700"/>
          <ac:spMkLst>
            <pc:docMk/>
            <pc:sldMk cId="2520221427" sldId="277"/>
            <ac:spMk id="2" creationId="{875EF480-8513-95B4-087B-05A52D373384}"/>
          </ac:spMkLst>
        </pc:spChg>
        <pc:spChg chg="del mod ord">
          <ac:chgData name="Mohammad Alquamah Ansari" userId="bfd4326778c51f46" providerId="LiveId" clId="{E3436812-5A9C-4DAB-8374-A558119445F2}" dt="2025-05-29T08:02:02.854" v="3666" actId="700"/>
          <ac:spMkLst>
            <pc:docMk/>
            <pc:sldMk cId="2520221427" sldId="277"/>
            <ac:spMk id="3" creationId="{96B5C9CD-A62D-5FE1-440F-0A66546AEA4D}"/>
          </ac:spMkLst>
        </pc:spChg>
        <pc:spChg chg="add mod ord">
          <ac:chgData name="Mohammad Alquamah Ansari" userId="bfd4326778c51f46" providerId="LiveId" clId="{E3436812-5A9C-4DAB-8374-A558119445F2}" dt="2025-05-29T08:02:31.332" v="3671" actId="27636"/>
          <ac:spMkLst>
            <pc:docMk/>
            <pc:sldMk cId="2520221427" sldId="277"/>
            <ac:spMk id="4" creationId="{742FFF9F-D291-41DD-36DB-1EE3AE96953F}"/>
          </ac:spMkLst>
        </pc:spChg>
        <pc:spChg chg="add del mod ord">
          <ac:chgData name="Mohammad Alquamah Ansari" userId="bfd4326778c51f46" providerId="LiveId" clId="{E3436812-5A9C-4DAB-8374-A558119445F2}" dt="2025-05-29T08:02:50.590" v="3674" actId="931"/>
          <ac:spMkLst>
            <pc:docMk/>
            <pc:sldMk cId="2520221427" sldId="277"/>
            <ac:spMk id="5" creationId="{57AC49D3-E828-3EF5-5A96-2D4C9FCB7187}"/>
          </ac:spMkLst>
        </pc:spChg>
        <pc:spChg chg="add mod ord">
          <ac:chgData name="Mohammad Alquamah Ansari" userId="bfd4326778c51f46" providerId="LiveId" clId="{E3436812-5A9C-4DAB-8374-A558119445F2}" dt="2025-05-29T08:07:24.983" v="3718" actId="20577"/>
          <ac:spMkLst>
            <pc:docMk/>
            <pc:sldMk cId="2520221427" sldId="277"/>
            <ac:spMk id="6" creationId="{6D2FA8C8-D15A-C1B5-3007-6A8E5D992DA7}"/>
          </ac:spMkLst>
        </pc:spChg>
        <pc:picChg chg="add mod">
          <ac:chgData name="Mohammad Alquamah Ansari" userId="bfd4326778c51f46" providerId="LiveId" clId="{E3436812-5A9C-4DAB-8374-A558119445F2}" dt="2025-05-29T08:03:54.378" v="3686" actId="14100"/>
          <ac:picMkLst>
            <pc:docMk/>
            <pc:sldMk cId="2520221427" sldId="277"/>
            <ac:picMk id="8" creationId="{52AC4798-CA35-300E-F943-12874AB0A9BB}"/>
          </ac:picMkLst>
        </pc:picChg>
      </pc:sldChg>
      <pc:sldChg chg="modSp add mod">
        <pc:chgData name="Mohammad Alquamah Ansari" userId="bfd4326778c51f46" providerId="LiveId" clId="{E3436812-5A9C-4DAB-8374-A558119445F2}" dt="2025-05-29T08:15:56.948" v="3790" actId="113"/>
        <pc:sldMkLst>
          <pc:docMk/>
          <pc:sldMk cId="2165873876" sldId="278"/>
        </pc:sldMkLst>
        <pc:spChg chg="mod">
          <ac:chgData name="Mohammad Alquamah Ansari" userId="bfd4326778c51f46" providerId="LiveId" clId="{E3436812-5A9C-4DAB-8374-A558119445F2}" dt="2025-05-29T08:09:08.512" v="3720" actId="207"/>
          <ac:spMkLst>
            <pc:docMk/>
            <pc:sldMk cId="2165873876" sldId="278"/>
            <ac:spMk id="2" creationId="{25F27FC9-195F-82CC-A546-711E57B231CD}"/>
          </ac:spMkLst>
        </pc:spChg>
        <pc:spChg chg="mod">
          <ac:chgData name="Mohammad Alquamah Ansari" userId="bfd4326778c51f46" providerId="LiveId" clId="{E3436812-5A9C-4DAB-8374-A558119445F2}" dt="2025-05-29T08:15:56.948" v="3790" actId="113"/>
          <ac:spMkLst>
            <pc:docMk/>
            <pc:sldMk cId="2165873876" sldId="278"/>
            <ac:spMk id="3" creationId="{6BE2F8F2-F516-F37E-6E2E-5EC2B005BCCB}"/>
          </ac:spMkLst>
        </pc:spChg>
      </pc:sldChg>
      <pc:sldChg chg="addSp delSp modSp add mod modClrScheme chgLayout">
        <pc:chgData name="Mohammad Alquamah Ansari" userId="bfd4326778c51f46" providerId="LiveId" clId="{E3436812-5A9C-4DAB-8374-A558119445F2}" dt="2025-05-29T08:16:47.234" v="3805" actId="14100"/>
        <pc:sldMkLst>
          <pc:docMk/>
          <pc:sldMk cId="3551105619" sldId="279"/>
        </pc:sldMkLst>
        <pc:spChg chg="del mod ord">
          <ac:chgData name="Mohammad Alquamah Ansari" userId="bfd4326778c51f46" providerId="LiveId" clId="{E3436812-5A9C-4DAB-8374-A558119445F2}" dt="2025-05-29T08:11:30.583" v="3746" actId="700"/>
          <ac:spMkLst>
            <pc:docMk/>
            <pc:sldMk cId="3551105619" sldId="279"/>
            <ac:spMk id="2" creationId="{203405F4-EA86-66A8-A655-F4D07C089E48}"/>
          </ac:spMkLst>
        </pc:spChg>
        <pc:spChg chg="del mod ord">
          <ac:chgData name="Mohammad Alquamah Ansari" userId="bfd4326778c51f46" providerId="LiveId" clId="{E3436812-5A9C-4DAB-8374-A558119445F2}" dt="2025-05-29T08:11:30.583" v="3746" actId="700"/>
          <ac:spMkLst>
            <pc:docMk/>
            <pc:sldMk cId="3551105619" sldId="279"/>
            <ac:spMk id="3" creationId="{A90AF652-9A87-D2CB-4BAD-2D45071B9044}"/>
          </ac:spMkLst>
        </pc:spChg>
        <pc:spChg chg="add mod ord">
          <ac:chgData name="Mohammad Alquamah Ansari" userId="bfd4326778c51f46" providerId="LiveId" clId="{E3436812-5A9C-4DAB-8374-A558119445F2}" dt="2025-05-29T08:13:15.397" v="3760" actId="14100"/>
          <ac:spMkLst>
            <pc:docMk/>
            <pc:sldMk cId="3551105619" sldId="279"/>
            <ac:spMk id="4" creationId="{D8C835C9-C9D6-C74F-628D-F7436DD0DD30}"/>
          </ac:spMkLst>
        </pc:spChg>
        <pc:spChg chg="add del mod ord">
          <ac:chgData name="Mohammad Alquamah Ansari" userId="bfd4326778c51f46" providerId="LiveId" clId="{E3436812-5A9C-4DAB-8374-A558119445F2}" dt="2025-05-29T08:11:51.976" v="3751" actId="931"/>
          <ac:spMkLst>
            <pc:docMk/>
            <pc:sldMk cId="3551105619" sldId="279"/>
            <ac:spMk id="5" creationId="{3648AEB0-0079-5A5A-35F5-C01814E4A334}"/>
          </ac:spMkLst>
        </pc:spChg>
        <pc:spChg chg="add mod ord">
          <ac:chgData name="Mohammad Alquamah Ansari" userId="bfd4326778c51f46" providerId="LiveId" clId="{E3436812-5A9C-4DAB-8374-A558119445F2}" dt="2025-05-29T08:16:47.234" v="3805" actId="14100"/>
          <ac:spMkLst>
            <pc:docMk/>
            <pc:sldMk cId="3551105619" sldId="279"/>
            <ac:spMk id="6" creationId="{BF7CE2EA-58B8-2DC5-CCF2-47B7E0DF0717}"/>
          </ac:spMkLst>
        </pc:spChg>
        <pc:picChg chg="add mod">
          <ac:chgData name="Mohammad Alquamah Ansari" userId="bfd4326778c51f46" providerId="LiveId" clId="{E3436812-5A9C-4DAB-8374-A558119445F2}" dt="2025-05-29T08:12:13.288" v="3754" actId="14100"/>
          <ac:picMkLst>
            <pc:docMk/>
            <pc:sldMk cId="3551105619" sldId="279"/>
            <ac:picMk id="8" creationId="{D6F89D21-48C4-5AD3-4363-C293EA4B6912}"/>
          </ac:picMkLst>
        </pc:picChg>
      </pc:sldChg>
      <pc:sldChg chg="modSp add mod">
        <pc:chgData name="Mohammad Alquamah Ansari" userId="bfd4326778c51f46" providerId="LiveId" clId="{E3436812-5A9C-4DAB-8374-A558119445F2}" dt="2025-05-29T08:25:20.771" v="3892" actId="5793"/>
        <pc:sldMkLst>
          <pc:docMk/>
          <pc:sldMk cId="452168909" sldId="280"/>
        </pc:sldMkLst>
        <pc:spChg chg="mod">
          <ac:chgData name="Mohammad Alquamah Ansari" userId="bfd4326778c51f46" providerId="LiveId" clId="{E3436812-5A9C-4DAB-8374-A558119445F2}" dt="2025-05-29T08:20:47.325" v="3835" actId="14100"/>
          <ac:spMkLst>
            <pc:docMk/>
            <pc:sldMk cId="452168909" sldId="280"/>
            <ac:spMk id="2" creationId="{0EF2AA8E-DA1D-D58C-DDEA-8C821E7DA6D7}"/>
          </ac:spMkLst>
        </pc:spChg>
        <pc:spChg chg="mod">
          <ac:chgData name="Mohammad Alquamah Ansari" userId="bfd4326778c51f46" providerId="LiveId" clId="{E3436812-5A9C-4DAB-8374-A558119445F2}" dt="2025-05-29T08:25:20.771" v="3892" actId="5793"/>
          <ac:spMkLst>
            <pc:docMk/>
            <pc:sldMk cId="452168909" sldId="280"/>
            <ac:spMk id="3" creationId="{C666AFDA-7AAE-4FAC-F53D-BC6BDB490DB7}"/>
          </ac:spMkLst>
        </pc:spChg>
      </pc:sldChg>
      <pc:sldChg chg="modSp add del mod">
        <pc:chgData name="Mohammad Alquamah Ansari" userId="bfd4326778c51f46" providerId="LiveId" clId="{E3436812-5A9C-4DAB-8374-A558119445F2}" dt="2025-05-29T08:25:06.252" v="3888" actId="2696"/>
        <pc:sldMkLst>
          <pc:docMk/>
          <pc:sldMk cId="3946440751" sldId="281"/>
        </pc:sldMkLst>
        <pc:spChg chg="mod">
          <ac:chgData name="Mohammad Alquamah Ansari" userId="bfd4326778c51f46" providerId="LiveId" clId="{E3436812-5A9C-4DAB-8374-A558119445F2}" dt="2025-05-29T08:23:44.306" v="3875" actId="14100"/>
          <ac:spMkLst>
            <pc:docMk/>
            <pc:sldMk cId="3946440751" sldId="281"/>
            <ac:spMk id="2" creationId="{4964DE8B-D626-64C4-F43D-68FA3B16E977}"/>
          </ac:spMkLst>
        </pc:spChg>
        <pc:spChg chg="mod">
          <ac:chgData name="Mohammad Alquamah Ansari" userId="bfd4326778c51f46" providerId="LiveId" clId="{E3436812-5A9C-4DAB-8374-A558119445F2}" dt="2025-05-29T08:24:40.916" v="3885" actId="27636"/>
          <ac:spMkLst>
            <pc:docMk/>
            <pc:sldMk cId="3946440751" sldId="281"/>
            <ac:spMk id="3" creationId="{37F5727E-CF85-C32C-40B3-22BDC3109696}"/>
          </ac:spMkLst>
        </pc:spChg>
      </pc:sldChg>
      <pc:sldChg chg="addSp delSp modSp add mod modClrScheme chgLayout">
        <pc:chgData name="Mohammad Alquamah Ansari" userId="bfd4326778c51f46" providerId="LiveId" clId="{E3436812-5A9C-4DAB-8374-A558119445F2}" dt="2025-05-29T08:25:12.651" v="3889" actId="20577"/>
        <pc:sldMkLst>
          <pc:docMk/>
          <pc:sldMk cId="3882111124" sldId="282"/>
        </pc:sldMkLst>
        <pc:spChg chg="del">
          <ac:chgData name="Mohammad Alquamah Ansari" userId="bfd4326778c51f46" providerId="LiveId" clId="{E3436812-5A9C-4DAB-8374-A558119445F2}" dt="2025-05-29T08:24:08.428" v="3879" actId="700"/>
          <ac:spMkLst>
            <pc:docMk/>
            <pc:sldMk cId="3882111124" sldId="282"/>
            <ac:spMk id="2" creationId="{58CF53C7-99AE-0692-8DEC-93EA4E057867}"/>
          </ac:spMkLst>
        </pc:spChg>
        <pc:spChg chg="del mod">
          <ac:chgData name="Mohammad Alquamah Ansari" userId="bfd4326778c51f46" providerId="LiveId" clId="{E3436812-5A9C-4DAB-8374-A558119445F2}" dt="2025-05-29T08:24:08.428" v="3879" actId="700"/>
          <ac:spMkLst>
            <pc:docMk/>
            <pc:sldMk cId="3882111124" sldId="282"/>
            <ac:spMk id="3" creationId="{CEA668E8-1F12-3865-D2C0-6443F9BCA99F}"/>
          </ac:spMkLst>
        </pc:spChg>
        <pc:spChg chg="add mod">
          <ac:chgData name="Mohammad Alquamah Ansari" userId="bfd4326778c51f46" providerId="LiveId" clId="{E3436812-5A9C-4DAB-8374-A558119445F2}" dt="2025-05-29T08:25:12.651" v="3889" actId="20577"/>
          <ac:spMkLst>
            <pc:docMk/>
            <pc:sldMk cId="3882111124" sldId="282"/>
            <ac:spMk id="4" creationId="{1E25C30D-B1EB-2739-0CC0-B3247474DA4D}"/>
          </ac:spMkLst>
        </pc:spChg>
      </pc:sldChg>
      <pc:sldChg chg="modSp new mod setBg">
        <pc:chgData name="Mohammad Alquamah Ansari" userId="bfd4326778c51f46" providerId="LiveId" clId="{E3436812-5A9C-4DAB-8374-A558119445F2}" dt="2025-05-29T08:27:21.050" v="3967" actId="20577"/>
        <pc:sldMkLst>
          <pc:docMk/>
          <pc:sldMk cId="4134159488" sldId="283"/>
        </pc:sldMkLst>
        <pc:spChg chg="mod">
          <ac:chgData name="Mohammad Alquamah Ansari" userId="bfd4326778c51f46" providerId="LiveId" clId="{E3436812-5A9C-4DAB-8374-A558119445F2}" dt="2025-05-29T08:27:21.050" v="3967" actId="20577"/>
          <ac:spMkLst>
            <pc:docMk/>
            <pc:sldMk cId="4134159488" sldId="283"/>
            <ac:spMk id="2" creationId="{D57ED3B8-6E33-87FB-3C4D-D66583FAA9F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6338F-A5E5-6705-0AD8-F0C511901E3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2718E449-4C43-B6E3-392A-95CC03B21D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DAA1DCA4-4F7B-24B5-1CBA-A8CCFFCF84B7}"/>
              </a:ext>
            </a:extLst>
          </p:cNvPr>
          <p:cNvSpPr>
            <a:spLocks noGrp="1"/>
          </p:cNvSpPr>
          <p:nvPr>
            <p:ph type="dt" sz="half" idx="10"/>
          </p:nvPr>
        </p:nvSpPr>
        <p:spPr/>
        <p:txBody>
          <a:bodyPr/>
          <a:lstStyle/>
          <a:p>
            <a:fld id="{48AD307C-D89F-4685-863C-1E3B71D8E4BD}" type="datetimeFigureOut">
              <a:rPr lang="en-IN" smtClean="0"/>
              <a:t>29-05-2025</a:t>
            </a:fld>
            <a:endParaRPr lang="en-IN"/>
          </a:p>
        </p:txBody>
      </p:sp>
      <p:sp>
        <p:nvSpPr>
          <p:cNvPr id="5" name="Footer Placeholder 4">
            <a:extLst>
              <a:ext uri="{FF2B5EF4-FFF2-40B4-BE49-F238E27FC236}">
                <a16:creationId xmlns:a16="http://schemas.microsoft.com/office/drawing/2014/main" id="{59520A0E-73AD-17D3-D3B5-BA7DFCCC73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FDFEC5-0CC7-67D2-6F00-1AA060A686C1}"/>
              </a:ext>
            </a:extLst>
          </p:cNvPr>
          <p:cNvSpPr>
            <a:spLocks noGrp="1"/>
          </p:cNvSpPr>
          <p:nvPr>
            <p:ph type="sldNum" sz="quarter" idx="12"/>
          </p:nvPr>
        </p:nvSpPr>
        <p:spPr/>
        <p:txBody>
          <a:bodyPr/>
          <a:lstStyle/>
          <a:p>
            <a:fld id="{6221A40B-254D-4524-8D0D-D509640118D1}" type="slidenum">
              <a:rPr lang="en-IN" smtClean="0"/>
              <a:t>‹#›</a:t>
            </a:fld>
            <a:endParaRPr lang="en-IN"/>
          </a:p>
        </p:txBody>
      </p:sp>
    </p:spTree>
    <p:extLst>
      <p:ext uri="{BB962C8B-B14F-4D97-AF65-F5344CB8AC3E}">
        <p14:creationId xmlns:p14="http://schemas.microsoft.com/office/powerpoint/2010/main" val="2332071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84C4F-B845-7AD0-8031-19C590119612}"/>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563612E6-EB57-1266-3840-CA3BCDC397C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1940FA7-6A13-CD7D-B783-BF5029B48CFE}"/>
              </a:ext>
            </a:extLst>
          </p:cNvPr>
          <p:cNvSpPr>
            <a:spLocks noGrp="1"/>
          </p:cNvSpPr>
          <p:nvPr>
            <p:ph type="dt" sz="half" idx="10"/>
          </p:nvPr>
        </p:nvSpPr>
        <p:spPr/>
        <p:txBody>
          <a:bodyPr/>
          <a:lstStyle/>
          <a:p>
            <a:fld id="{48AD307C-D89F-4685-863C-1E3B71D8E4BD}" type="datetimeFigureOut">
              <a:rPr lang="en-IN" smtClean="0"/>
              <a:t>29-05-2025</a:t>
            </a:fld>
            <a:endParaRPr lang="en-IN"/>
          </a:p>
        </p:txBody>
      </p:sp>
      <p:sp>
        <p:nvSpPr>
          <p:cNvPr id="5" name="Footer Placeholder 4">
            <a:extLst>
              <a:ext uri="{FF2B5EF4-FFF2-40B4-BE49-F238E27FC236}">
                <a16:creationId xmlns:a16="http://schemas.microsoft.com/office/drawing/2014/main" id="{EC16B740-2275-981A-3401-D6865FD432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30A991-21C6-A931-ADB3-2A60BC68B529}"/>
              </a:ext>
            </a:extLst>
          </p:cNvPr>
          <p:cNvSpPr>
            <a:spLocks noGrp="1"/>
          </p:cNvSpPr>
          <p:nvPr>
            <p:ph type="sldNum" sz="quarter" idx="12"/>
          </p:nvPr>
        </p:nvSpPr>
        <p:spPr/>
        <p:txBody>
          <a:bodyPr/>
          <a:lstStyle/>
          <a:p>
            <a:fld id="{6221A40B-254D-4524-8D0D-D509640118D1}" type="slidenum">
              <a:rPr lang="en-IN" smtClean="0"/>
              <a:t>‹#›</a:t>
            </a:fld>
            <a:endParaRPr lang="en-IN"/>
          </a:p>
        </p:txBody>
      </p:sp>
    </p:spTree>
    <p:extLst>
      <p:ext uri="{BB962C8B-B14F-4D97-AF65-F5344CB8AC3E}">
        <p14:creationId xmlns:p14="http://schemas.microsoft.com/office/powerpoint/2010/main" val="74227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6284-497B-8871-4463-C68C1DC4376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FBA13BAE-C8C9-CE9E-C8C6-96B8E20DDA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F5DF265-028E-9EA8-9B8A-44E8651FC46F}"/>
              </a:ext>
            </a:extLst>
          </p:cNvPr>
          <p:cNvSpPr>
            <a:spLocks noGrp="1"/>
          </p:cNvSpPr>
          <p:nvPr>
            <p:ph type="dt" sz="half" idx="10"/>
          </p:nvPr>
        </p:nvSpPr>
        <p:spPr/>
        <p:txBody>
          <a:bodyPr/>
          <a:lstStyle/>
          <a:p>
            <a:fld id="{48AD307C-D89F-4685-863C-1E3B71D8E4BD}" type="datetimeFigureOut">
              <a:rPr lang="en-IN" smtClean="0"/>
              <a:t>29-05-2025</a:t>
            </a:fld>
            <a:endParaRPr lang="en-IN"/>
          </a:p>
        </p:txBody>
      </p:sp>
      <p:sp>
        <p:nvSpPr>
          <p:cNvPr id="5" name="Footer Placeholder 4">
            <a:extLst>
              <a:ext uri="{FF2B5EF4-FFF2-40B4-BE49-F238E27FC236}">
                <a16:creationId xmlns:a16="http://schemas.microsoft.com/office/drawing/2014/main" id="{DA50E38C-DE04-5B7D-5867-ACC8E0155F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750B9A-60B8-F59D-4F86-A1201C110ADD}"/>
              </a:ext>
            </a:extLst>
          </p:cNvPr>
          <p:cNvSpPr>
            <a:spLocks noGrp="1"/>
          </p:cNvSpPr>
          <p:nvPr>
            <p:ph type="sldNum" sz="quarter" idx="12"/>
          </p:nvPr>
        </p:nvSpPr>
        <p:spPr/>
        <p:txBody>
          <a:bodyPr/>
          <a:lstStyle/>
          <a:p>
            <a:fld id="{6221A40B-254D-4524-8D0D-D509640118D1}" type="slidenum">
              <a:rPr lang="en-IN" smtClean="0"/>
              <a:t>‹#›</a:t>
            </a:fld>
            <a:endParaRPr lang="en-IN"/>
          </a:p>
        </p:txBody>
      </p:sp>
    </p:spTree>
    <p:extLst>
      <p:ext uri="{BB962C8B-B14F-4D97-AF65-F5344CB8AC3E}">
        <p14:creationId xmlns:p14="http://schemas.microsoft.com/office/powerpoint/2010/main" val="3128607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2794D-71C5-5759-D6BC-E99A4617B0D0}"/>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4B2C232D-EA33-51DC-7EC2-3D822C47ECF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E3F078A2-5EF8-9CD7-B71F-1EA4F67C635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EC2E43AF-1C1A-C380-9B54-56E29782548C}"/>
              </a:ext>
            </a:extLst>
          </p:cNvPr>
          <p:cNvSpPr>
            <a:spLocks noGrp="1"/>
          </p:cNvSpPr>
          <p:nvPr>
            <p:ph type="dt" sz="half" idx="10"/>
          </p:nvPr>
        </p:nvSpPr>
        <p:spPr/>
        <p:txBody>
          <a:bodyPr/>
          <a:lstStyle/>
          <a:p>
            <a:fld id="{48AD307C-D89F-4685-863C-1E3B71D8E4BD}" type="datetimeFigureOut">
              <a:rPr lang="en-IN" smtClean="0"/>
              <a:t>29-05-2025</a:t>
            </a:fld>
            <a:endParaRPr lang="en-IN"/>
          </a:p>
        </p:txBody>
      </p:sp>
      <p:sp>
        <p:nvSpPr>
          <p:cNvPr id="6" name="Footer Placeholder 5">
            <a:extLst>
              <a:ext uri="{FF2B5EF4-FFF2-40B4-BE49-F238E27FC236}">
                <a16:creationId xmlns:a16="http://schemas.microsoft.com/office/drawing/2014/main" id="{6A89BC79-F042-659D-51ED-3DEA926887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2D3C6E-A94A-ECB3-1535-A93934459886}"/>
              </a:ext>
            </a:extLst>
          </p:cNvPr>
          <p:cNvSpPr>
            <a:spLocks noGrp="1"/>
          </p:cNvSpPr>
          <p:nvPr>
            <p:ph type="sldNum" sz="quarter" idx="12"/>
          </p:nvPr>
        </p:nvSpPr>
        <p:spPr/>
        <p:txBody>
          <a:bodyPr/>
          <a:lstStyle/>
          <a:p>
            <a:fld id="{6221A40B-254D-4524-8D0D-D509640118D1}" type="slidenum">
              <a:rPr lang="en-IN" smtClean="0"/>
              <a:t>‹#›</a:t>
            </a:fld>
            <a:endParaRPr lang="en-IN"/>
          </a:p>
        </p:txBody>
      </p:sp>
    </p:spTree>
    <p:extLst>
      <p:ext uri="{BB962C8B-B14F-4D97-AF65-F5344CB8AC3E}">
        <p14:creationId xmlns:p14="http://schemas.microsoft.com/office/powerpoint/2010/main" val="722920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AC88F-EED9-BDF0-CF6F-037AC2CCC857}"/>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FBAAA5AB-384E-14CF-6912-CFEDC1CF73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0C7FCBB-C551-DE45-BA07-15C65FA1F9E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CC37BDE7-11A7-20B7-E9E1-8D0203613F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ECEB384-B3B7-CAFD-4682-25999192887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F3A2A4C5-C00F-5A6A-97AF-5D96B7EECB38}"/>
              </a:ext>
            </a:extLst>
          </p:cNvPr>
          <p:cNvSpPr>
            <a:spLocks noGrp="1"/>
          </p:cNvSpPr>
          <p:nvPr>
            <p:ph type="dt" sz="half" idx="10"/>
          </p:nvPr>
        </p:nvSpPr>
        <p:spPr/>
        <p:txBody>
          <a:bodyPr/>
          <a:lstStyle/>
          <a:p>
            <a:fld id="{48AD307C-D89F-4685-863C-1E3B71D8E4BD}" type="datetimeFigureOut">
              <a:rPr lang="en-IN" smtClean="0"/>
              <a:t>29-05-2025</a:t>
            </a:fld>
            <a:endParaRPr lang="en-IN"/>
          </a:p>
        </p:txBody>
      </p:sp>
      <p:sp>
        <p:nvSpPr>
          <p:cNvPr id="8" name="Footer Placeholder 7">
            <a:extLst>
              <a:ext uri="{FF2B5EF4-FFF2-40B4-BE49-F238E27FC236}">
                <a16:creationId xmlns:a16="http://schemas.microsoft.com/office/drawing/2014/main" id="{6DE35504-9FB8-E345-F647-2D3ED3823DD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0DB65D-34C4-0BF2-D816-EF147087052D}"/>
              </a:ext>
            </a:extLst>
          </p:cNvPr>
          <p:cNvSpPr>
            <a:spLocks noGrp="1"/>
          </p:cNvSpPr>
          <p:nvPr>
            <p:ph type="sldNum" sz="quarter" idx="12"/>
          </p:nvPr>
        </p:nvSpPr>
        <p:spPr/>
        <p:txBody>
          <a:bodyPr/>
          <a:lstStyle/>
          <a:p>
            <a:fld id="{6221A40B-254D-4524-8D0D-D509640118D1}" type="slidenum">
              <a:rPr lang="en-IN" smtClean="0"/>
              <a:t>‹#›</a:t>
            </a:fld>
            <a:endParaRPr lang="en-IN"/>
          </a:p>
        </p:txBody>
      </p:sp>
    </p:spTree>
    <p:extLst>
      <p:ext uri="{BB962C8B-B14F-4D97-AF65-F5344CB8AC3E}">
        <p14:creationId xmlns:p14="http://schemas.microsoft.com/office/powerpoint/2010/main" val="3268715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5025D-1CA7-CEFE-9010-B32406F2CE49}"/>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CA718D61-F763-DC14-72A3-6A3778BB0011}"/>
              </a:ext>
            </a:extLst>
          </p:cNvPr>
          <p:cNvSpPr>
            <a:spLocks noGrp="1"/>
          </p:cNvSpPr>
          <p:nvPr>
            <p:ph type="dt" sz="half" idx="10"/>
          </p:nvPr>
        </p:nvSpPr>
        <p:spPr/>
        <p:txBody>
          <a:bodyPr/>
          <a:lstStyle/>
          <a:p>
            <a:fld id="{48AD307C-D89F-4685-863C-1E3B71D8E4BD}" type="datetimeFigureOut">
              <a:rPr lang="en-IN" smtClean="0"/>
              <a:t>29-05-2025</a:t>
            </a:fld>
            <a:endParaRPr lang="en-IN"/>
          </a:p>
        </p:txBody>
      </p:sp>
      <p:sp>
        <p:nvSpPr>
          <p:cNvPr id="4" name="Footer Placeholder 3">
            <a:extLst>
              <a:ext uri="{FF2B5EF4-FFF2-40B4-BE49-F238E27FC236}">
                <a16:creationId xmlns:a16="http://schemas.microsoft.com/office/drawing/2014/main" id="{F5EE798D-7876-8414-9621-809848DF514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039EF6A-F262-F374-944E-0A4D53541E85}"/>
              </a:ext>
            </a:extLst>
          </p:cNvPr>
          <p:cNvSpPr>
            <a:spLocks noGrp="1"/>
          </p:cNvSpPr>
          <p:nvPr>
            <p:ph type="sldNum" sz="quarter" idx="12"/>
          </p:nvPr>
        </p:nvSpPr>
        <p:spPr/>
        <p:txBody>
          <a:bodyPr/>
          <a:lstStyle/>
          <a:p>
            <a:fld id="{6221A40B-254D-4524-8D0D-D509640118D1}" type="slidenum">
              <a:rPr lang="en-IN" smtClean="0"/>
              <a:t>‹#›</a:t>
            </a:fld>
            <a:endParaRPr lang="en-IN"/>
          </a:p>
        </p:txBody>
      </p:sp>
    </p:spTree>
    <p:extLst>
      <p:ext uri="{BB962C8B-B14F-4D97-AF65-F5344CB8AC3E}">
        <p14:creationId xmlns:p14="http://schemas.microsoft.com/office/powerpoint/2010/main" val="3316678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0BBB6E-FA9F-0AA1-DFA3-6F760AD9AEB3}"/>
              </a:ext>
            </a:extLst>
          </p:cNvPr>
          <p:cNvSpPr>
            <a:spLocks noGrp="1"/>
          </p:cNvSpPr>
          <p:nvPr>
            <p:ph type="dt" sz="half" idx="10"/>
          </p:nvPr>
        </p:nvSpPr>
        <p:spPr/>
        <p:txBody>
          <a:bodyPr/>
          <a:lstStyle/>
          <a:p>
            <a:fld id="{48AD307C-D89F-4685-863C-1E3B71D8E4BD}" type="datetimeFigureOut">
              <a:rPr lang="en-IN" smtClean="0"/>
              <a:t>29-05-2025</a:t>
            </a:fld>
            <a:endParaRPr lang="en-IN"/>
          </a:p>
        </p:txBody>
      </p:sp>
      <p:sp>
        <p:nvSpPr>
          <p:cNvPr id="3" name="Footer Placeholder 2">
            <a:extLst>
              <a:ext uri="{FF2B5EF4-FFF2-40B4-BE49-F238E27FC236}">
                <a16:creationId xmlns:a16="http://schemas.microsoft.com/office/drawing/2014/main" id="{4D0C7954-14BE-5FF7-C22A-0B7B1DBFBDF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71B98B2-D3C2-7A37-A3CD-6AF86B7B5BA6}"/>
              </a:ext>
            </a:extLst>
          </p:cNvPr>
          <p:cNvSpPr>
            <a:spLocks noGrp="1"/>
          </p:cNvSpPr>
          <p:nvPr>
            <p:ph type="sldNum" sz="quarter" idx="12"/>
          </p:nvPr>
        </p:nvSpPr>
        <p:spPr/>
        <p:txBody>
          <a:bodyPr/>
          <a:lstStyle/>
          <a:p>
            <a:fld id="{6221A40B-254D-4524-8D0D-D509640118D1}" type="slidenum">
              <a:rPr lang="en-IN" smtClean="0"/>
              <a:t>‹#›</a:t>
            </a:fld>
            <a:endParaRPr lang="en-IN"/>
          </a:p>
        </p:txBody>
      </p:sp>
    </p:spTree>
    <p:extLst>
      <p:ext uri="{BB962C8B-B14F-4D97-AF65-F5344CB8AC3E}">
        <p14:creationId xmlns:p14="http://schemas.microsoft.com/office/powerpoint/2010/main" val="1897222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165E1-CFA2-9434-5B27-2073D04B77F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CB137E6B-626D-ADD9-1123-CB4D10D91D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78376406-2ECB-5969-A8B9-86EE7034BA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1C92C29-2410-43D4-5D47-114A50A815E5}"/>
              </a:ext>
            </a:extLst>
          </p:cNvPr>
          <p:cNvSpPr>
            <a:spLocks noGrp="1"/>
          </p:cNvSpPr>
          <p:nvPr>
            <p:ph type="dt" sz="half" idx="10"/>
          </p:nvPr>
        </p:nvSpPr>
        <p:spPr/>
        <p:txBody>
          <a:bodyPr/>
          <a:lstStyle/>
          <a:p>
            <a:fld id="{48AD307C-D89F-4685-863C-1E3B71D8E4BD}" type="datetimeFigureOut">
              <a:rPr lang="en-IN" smtClean="0"/>
              <a:t>29-05-2025</a:t>
            </a:fld>
            <a:endParaRPr lang="en-IN"/>
          </a:p>
        </p:txBody>
      </p:sp>
      <p:sp>
        <p:nvSpPr>
          <p:cNvPr id="6" name="Footer Placeholder 5">
            <a:extLst>
              <a:ext uri="{FF2B5EF4-FFF2-40B4-BE49-F238E27FC236}">
                <a16:creationId xmlns:a16="http://schemas.microsoft.com/office/drawing/2014/main" id="{201EAAEB-C430-9BC0-3E97-E2EA394710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381193-3760-42DF-CEC1-E0A25BF30B26}"/>
              </a:ext>
            </a:extLst>
          </p:cNvPr>
          <p:cNvSpPr>
            <a:spLocks noGrp="1"/>
          </p:cNvSpPr>
          <p:nvPr>
            <p:ph type="sldNum" sz="quarter" idx="12"/>
          </p:nvPr>
        </p:nvSpPr>
        <p:spPr/>
        <p:txBody>
          <a:bodyPr/>
          <a:lstStyle/>
          <a:p>
            <a:fld id="{6221A40B-254D-4524-8D0D-D509640118D1}" type="slidenum">
              <a:rPr lang="en-IN" smtClean="0"/>
              <a:t>‹#›</a:t>
            </a:fld>
            <a:endParaRPr lang="en-IN"/>
          </a:p>
        </p:txBody>
      </p:sp>
    </p:spTree>
    <p:extLst>
      <p:ext uri="{BB962C8B-B14F-4D97-AF65-F5344CB8AC3E}">
        <p14:creationId xmlns:p14="http://schemas.microsoft.com/office/powerpoint/2010/main" val="3384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098B3-58B4-969A-E554-F3B3C94B456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28A628B6-1889-F9C6-1567-E7EEFA2655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DBCF3A2-7628-7972-4BDB-06DF7F7255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C4A11D0-A602-1B2F-6234-67ACE211EC23}"/>
              </a:ext>
            </a:extLst>
          </p:cNvPr>
          <p:cNvSpPr>
            <a:spLocks noGrp="1"/>
          </p:cNvSpPr>
          <p:nvPr>
            <p:ph type="dt" sz="half" idx="10"/>
          </p:nvPr>
        </p:nvSpPr>
        <p:spPr/>
        <p:txBody>
          <a:bodyPr/>
          <a:lstStyle/>
          <a:p>
            <a:fld id="{48AD307C-D89F-4685-863C-1E3B71D8E4BD}" type="datetimeFigureOut">
              <a:rPr lang="en-IN" smtClean="0"/>
              <a:t>29-05-2025</a:t>
            </a:fld>
            <a:endParaRPr lang="en-IN"/>
          </a:p>
        </p:txBody>
      </p:sp>
      <p:sp>
        <p:nvSpPr>
          <p:cNvPr id="6" name="Footer Placeholder 5">
            <a:extLst>
              <a:ext uri="{FF2B5EF4-FFF2-40B4-BE49-F238E27FC236}">
                <a16:creationId xmlns:a16="http://schemas.microsoft.com/office/drawing/2014/main" id="{C0079F29-8364-F5A5-4296-BA26FC1D7B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BD16A1-6984-BADA-7E0F-35DAB25019F8}"/>
              </a:ext>
            </a:extLst>
          </p:cNvPr>
          <p:cNvSpPr>
            <a:spLocks noGrp="1"/>
          </p:cNvSpPr>
          <p:nvPr>
            <p:ph type="sldNum" sz="quarter" idx="12"/>
          </p:nvPr>
        </p:nvSpPr>
        <p:spPr/>
        <p:txBody>
          <a:bodyPr/>
          <a:lstStyle/>
          <a:p>
            <a:fld id="{6221A40B-254D-4524-8D0D-D509640118D1}" type="slidenum">
              <a:rPr lang="en-IN" smtClean="0"/>
              <a:t>‹#›</a:t>
            </a:fld>
            <a:endParaRPr lang="en-IN"/>
          </a:p>
        </p:txBody>
      </p:sp>
    </p:spTree>
    <p:extLst>
      <p:ext uri="{BB962C8B-B14F-4D97-AF65-F5344CB8AC3E}">
        <p14:creationId xmlns:p14="http://schemas.microsoft.com/office/powerpoint/2010/main" val="572688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9B779-1A4B-9BFE-5CC5-52B56D19BC2F}"/>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AB998F70-B00E-6AD9-9CA1-E9320034084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666CE5F1-6A8B-7258-1CCB-695F1F8C15E2}"/>
              </a:ext>
            </a:extLst>
          </p:cNvPr>
          <p:cNvSpPr>
            <a:spLocks noGrp="1"/>
          </p:cNvSpPr>
          <p:nvPr>
            <p:ph type="dt" sz="half" idx="10"/>
          </p:nvPr>
        </p:nvSpPr>
        <p:spPr/>
        <p:txBody>
          <a:bodyPr/>
          <a:lstStyle/>
          <a:p>
            <a:fld id="{48AD307C-D89F-4685-863C-1E3B71D8E4BD}" type="datetimeFigureOut">
              <a:rPr lang="en-IN" smtClean="0"/>
              <a:t>29-05-2025</a:t>
            </a:fld>
            <a:endParaRPr lang="en-IN"/>
          </a:p>
        </p:txBody>
      </p:sp>
      <p:sp>
        <p:nvSpPr>
          <p:cNvPr id="5" name="Footer Placeholder 4">
            <a:extLst>
              <a:ext uri="{FF2B5EF4-FFF2-40B4-BE49-F238E27FC236}">
                <a16:creationId xmlns:a16="http://schemas.microsoft.com/office/drawing/2014/main" id="{6E9B1399-B868-8F94-EC94-20D5D6B44A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8A47A4-69C3-FCA3-1DFA-FE85FC1D4240}"/>
              </a:ext>
            </a:extLst>
          </p:cNvPr>
          <p:cNvSpPr>
            <a:spLocks noGrp="1"/>
          </p:cNvSpPr>
          <p:nvPr>
            <p:ph type="sldNum" sz="quarter" idx="12"/>
          </p:nvPr>
        </p:nvSpPr>
        <p:spPr/>
        <p:txBody>
          <a:bodyPr/>
          <a:lstStyle/>
          <a:p>
            <a:fld id="{6221A40B-254D-4524-8D0D-D509640118D1}" type="slidenum">
              <a:rPr lang="en-IN" smtClean="0"/>
              <a:t>‹#›</a:t>
            </a:fld>
            <a:endParaRPr lang="en-IN"/>
          </a:p>
        </p:txBody>
      </p:sp>
    </p:spTree>
    <p:extLst>
      <p:ext uri="{BB962C8B-B14F-4D97-AF65-F5344CB8AC3E}">
        <p14:creationId xmlns:p14="http://schemas.microsoft.com/office/powerpoint/2010/main" val="3459460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BECAA9-3DB1-AAB6-F476-4F8374FAF4F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FDBBF10C-4F6C-25EC-F50E-09268929BDA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58D17B1E-E13F-190D-65B0-C5CCCFF0AFB1}"/>
              </a:ext>
            </a:extLst>
          </p:cNvPr>
          <p:cNvSpPr>
            <a:spLocks noGrp="1"/>
          </p:cNvSpPr>
          <p:nvPr>
            <p:ph type="dt" sz="half" idx="10"/>
          </p:nvPr>
        </p:nvSpPr>
        <p:spPr/>
        <p:txBody>
          <a:bodyPr/>
          <a:lstStyle/>
          <a:p>
            <a:fld id="{48AD307C-D89F-4685-863C-1E3B71D8E4BD}" type="datetimeFigureOut">
              <a:rPr lang="en-IN" smtClean="0"/>
              <a:t>29-05-2025</a:t>
            </a:fld>
            <a:endParaRPr lang="en-IN"/>
          </a:p>
        </p:txBody>
      </p:sp>
      <p:sp>
        <p:nvSpPr>
          <p:cNvPr id="5" name="Footer Placeholder 4">
            <a:extLst>
              <a:ext uri="{FF2B5EF4-FFF2-40B4-BE49-F238E27FC236}">
                <a16:creationId xmlns:a16="http://schemas.microsoft.com/office/drawing/2014/main" id="{24AE6DCF-CC75-E6C4-C37A-96055DDD40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F6553E-32AD-6690-95EB-81F400354ED9}"/>
              </a:ext>
            </a:extLst>
          </p:cNvPr>
          <p:cNvSpPr>
            <a:spLocks noGrp="1"/>
          </p:cNvSpPr>
          <p:nvPr>
            <p:ph type="sldNum" sz="quarter" idx="12"/>
          </p:nvPr>
        </p:nvSpPr>
        <p:spPr/>
        <p:txBody>
          <a:bodyPr/>
          <a:lstStyle/>
          <a:p>
            <a:fld id="{6221A40B-254D-4524-8D0D-D509640118D1}" type="slidenum">
              <a:rPr lang="en-IN" smtClean="0"/>
              <a:t>‹#›</a:t>
            </a:fld>
            <a:endParaRPr lang="en-IN"/>
          </a:p>
        </p:txBody>
      </p:sp>
    </p:spTree>
    <p:extLst>
      <p:ext uri="{BB962C8B-B14F-4D97-AF65-F5344CB8AC3E}">
        <p14:creationId xmlns:p14="http://schemas.microsoft.com/office/powerpoint/2010/main" val="3577062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DF56A1-0E35-BEA1-B023-546B20EE57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D7A1221A-8E82-1B40-B0A8-DA869779DD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0990D44-C16C-C490-AA01-075DCA4045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D307C-D89F-4685-863C-1E3B71D8E4BD}" type="datetimeFigureOut">
              <a:rPr lang="en-IN" smtClean="0"/>
              <a:t>29-05-2025</a:t>
            </a:fld>
            <a:endParaRPr lang="en-IN"/>
          </a:p>
        </p:txBody>
      </p:sp>
      <p:sp>
        <p:nvSpPr>
          <p:cNvPr id="5" name="Footer Placeholder 4">
            <a:extLst>
              <a:ext uri="{FF2B5EF4-FFF2-40B4-BE49-F238E27FC236}">
                <a16:creationId xmlns:a16="http://schemas.microsoft.com/office/drawing/2014/main" id="{DFAC63A4-9CD7-D697-E25C-282ADE6D6C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5A49B1D-4FC9-33CA-FA96-6679E986F7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21A40B-254D-4524-8D0D-D509640118D1}" type="slidenum">
              <a:rPr lang="en-IN" smtClean="0"/>
              <a:t>‹#›</a:t>
            </a:fld>
            <a:endParaRPr lang="en-IN"/>
          </a:p>
        </p:txBody>
      </p:sp>
    </p:spTree>
    <p:extLst>
      <p:ext uri="{BB962C8B-B14F-4D97-AF65-F5344CB8AC3E}">
        <p14:creationId xmlns:p14="http://schemas.microsoft.com/office/powerpoint/2010/main" val="20160905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57BD1-A124-CB3C-3964-09FCA6D2467F}"/>
              </a:ext>
            </a:extLst>
          </p:cNvPr>
          <p:cNvSpPr>
            <a:spLocks noGrp="1"/>
          </p:cNvSpPr>
          <p:nvPr>
            <p:ph type="title"/>
          </p:nvPr>
        </p:nvSpPr>
        <p:spPr>
          <a:xfrm>
            <a:off x="512148" y="412955"/>
            <a:ext cx="5102070" cy="2281084"/>
          </a:xfrm>
        </p:spPr>
        <p:txBody>
          <a:bodyPr>
            <a:noAutofit/>
          </a:bodyPr>
          <a:lstStyle/>
          <a:p>
            <a:pPr algn="l"/>
            <a:r>
              <a:rPr lang="en-US" sz="4800" b="1" dirty="0">
                <a:solidFill>
                  <a:schemeClr val="bg1"/>
                </a:solidFill>
              </a:rPr>
              <a:t>Air Quality Index Analysis(AQI) in India (2015–2024)</a:t>
            </a:r>
            <a:endParaRPr lang="en-IN" sz="4800" b="1" dirty="0">
              <a:solidFill>
                <a:schemeClr val="bg1"/>
              </a:solidFill>
            </a:endParaRPr>
          </a:p>
        </p:txBody>
      </p:sp>
      <p:pic>
        <p:nvPicPr>
          <p:cNvPr id="8" name="Picture Placeholder 7">
            <a:extLst>
              <a:ext uri="{FF2B5EF4-FFF2-40B4-BE49-F238E27FC236}">
                <a16:creationId xmlns:a16="http://schemas.microsoft.com/office/drawing/2014/main" id="{E7B2DB33-6BF3-7F32-BEAA-A008F8F5F01E}"/>
              </a:ext>
            </a:extLst>
          </p:cNvPr>
          <p:cNvPicPr>
            <a:picLocks noGrp="1" noChangeAspect="1"/>
          </p:cNvPicPr>
          <p:nvPr>
            <p:ph type="pic" idx="1"/>
          </p:nvPr>
        </p:nvPicPr>
        <p:blipFill>
          <a:blip r:embed="rId2"/>
          <a:srcRect t="1334" b="1334"/>
          <a:stretch/>
        </p:blipFill>
        <p:spPr>
          <a:xfrm>
            <a:off x="6095999" y="602226"/>
            <a:ext cx="5583852" cy="5653548"/>
          </a:xfrm>
        </p:spPr>
      </p:pic>
      <p:sp>
        <p:nvSpPr>
          <p:cNvPr id="3" name="Subtitle 2">
            <a:extLst>
              <a:ext uri="{FF2B5EF4-FFF2-40B4-BE49-F238E27FC236}">
                <a16:creationId xmlns:a16="http://schemas.microsoft.com/office/drawing/2014/main" id="{5F4B4607-0379-E1FF-296B-EE4B4804D215}"/>
              </a:ext>
            </a:extLst>
          </p:cNvPr>
          <p:cNvSpPr>
            <a:spLocks noGrp="1"/>
          </p:cNvSpPr>
          <p:nvPr>
            <p:ph type="body" sz="half" idx="2"/>
          </p:nvPr>
        </p:nvSpPr>
        <p:spPr>
          <a:xfrm>
            <a:off x="512148" y="2694039"/>
            <a:ext cx="5102070" cy="3746885"/>
          </a:xfrm>
        </p:spPr>
        <p:txBody>
          <a:bodyPr>
            <a:normAutofit fontScale="92500" lnSpcReduction="10000"/>
          </a:bodyPr>
          <a:lstStyle/>
          <a:p>
            <a:pPr algn="l"/>
            <a:r>
              <a:rPr lang="en-US" sz="3200" dirty="0">
                <a:solidFill>
                  <a:schemeClr val="bg1"/>
                </a:solidFill>
              </a:rPr>
              <a:t>A Data-Driven Insight into Urban Air Pollution Using </a:t>
            </a:r>
            <a:r>
              <a:rPr lang="en-US" sz="3200" dirty="0">
                <a:solidFill>
                  <a:srgbClr val="FFFF00"/>
                </a:solidFill>
              </a:rPr>
              <a:t>Power BI</a:t>
            </a:r>
          </a:p>
          <a:p>
            <a:pPr algn="l"/>
            <a:endParaRPr lang="en-IN" sz="2800" dirty="0">
              <a:solidFill>
                <a:srgbClr val="FFFF00"/>
              </a:solidFill>
            </a:endParaRPr>
          </a:p>
          <a:p>
            <a:pPr algn="l"/>
            <a:r>
              <a:rPr lang="en-IN" sz="2400" dirty="0">
                <a:solidFill>
                  <a:schemeClr val="bg1"/>
                </a:solidFill>
              </a:rPr>
              <a:t>Presented by</a:t>
            </a:r>
          </a:p>
          <a:p>
            <a:pPr algn="l"/>
            <a:r>
              <a:rPr lang="en-IN" sz="2400" dirty="0">
                <a:solidFill>
                  <a:schemeClr val="bg1"/>
                </a:solidFill>
              </a:rPr>
              <a:t>Mohammad Alquamah Ansari</a:t>
            </a:r>
          </a:p>
          <a:p>
            <a:pPr algn="l"/>
            <a:r>
              <a:rPr lang="en-IN" sz="2400" dirty="0">
                <a:solidFill>
                  <a:schemeClr val="bg1"/>
                </a:solidFill>
              </a:rPr>
              <a:t>B.Sc. (Hons) Artificial Intelligence</a:t>
            </a:r>
          </a:p>
          <a:p>
            <a:pPr algn="l"/>
            <a:r>
              <a:rPr lang="en-IN" sz="2400" dirty="0">
                <a:solidFill>
                  <a:schemeClr val="bg1"/>
                </a:solidFill>
              </a:rPr>
              <a:t>Adiya Degree College Kakinada</a:t>
            </a:r>
          </a:p>
          <a:p>
            <a:pPr algn="l"/>
            <a:r>
              <a:rPr lang="en-IN" sz="2400" dirty="0">
                <a:solidFill>
                  <a:schemeClr val="bg1"/>
                </a:solidFill>
              </a:rPr>
              <a:t>(#2344210699)</a:t>
            </a:r>
          </a:p>
          <a:p>
            <a:pPr algn="l"/>
            <a:endParaRPr lang="en-IN" sz="2400" dirty="0">
              <a:solidFill>
                <a:schemeClr val="bg1"/>
              </a:solidFill>
            </a:endParaRPr>
          </a:p>
        </p:txBody>
      </p:sp>
    </p:spTree>
    <p:extLst>
      <p:ext uri="{BB962C8B-B14F-4D97-AF65-F5344CB8AC3E}">
        <p14:creationId xmlns:p14="http://schemas.microsoft.com/office/powerpoint/2010/main" val="997200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51C58-9D73-5C10-869F-53869AE19333}"/>
              </a:ext>
            </a:extLst>
          </p:cNvPr>
          <p:cNvSpPr>
            <a:spLocks noGrp="1"/>
          </p:cNvSpPr>
          <p:nvPr>
            <p:ph type="title"/>
          </p:nvPr>
        </p:nvSpPr>
        <p:spPr>
          <a:xfrm>
            <a:off x="569374" y="729554"/>
            <a:ext cx="4408231" cy="731295"/>
          </a:xfrm>
        </p:spPr>
        <p:txBody>
          <a:bodyPr>
            <a:normAutofit fontScale="90000"/>
          </a:bodyPr>
          <a:lstStyle/>
          <a:p>
            <a:r>
              <a:rPr lang="en-IN" sz="4800" b="1" i="1" dirty="0">
                <a:solidFill>
                  <a:schemeClr val="accent5"/>
                </a:solidFill>
              </a:rPr>
              <a:t>Introduction :</a:t>
            </a:r>
          </a:p>
        </p:txBody>
      </p:sp>
      <p:pic>
        <p:nvPicPr>
          <p:cNvPr id="7" name="Picture Placeholder 6">
            <a:extLst>
              <a:ext uri="{FF2B5EF4-FFF2-40B4-BE49-F238E27FC236}">
                <a16:creationId xmlns:a16="http://schemas.microsoft.com/office/drawing/2014/main" id="{E9FE7CDF-51F3-396B-CD02-1BBCE1DDF747}"/>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5908" b="5908"/>
          <a:stretch/>
        </p:blipFill>
        <p:spPr>
          <a:xfrm>
            <a:off x="6096000" y="992187"/>
            <a:ext cx="5526626" cy="4873625"/>
          </a:xfrm>
          <a:prstGeom prst="rect">
            <a:avLst/>
          </a:prstGeom>
          <a:ln>
            <a:noFill/>
          </a:ln>
          <a:effectLst>
            <a:outerShdw blurRad="292100" dist="139700" dir="2700000" algn="tl" rotWithShape="0">
              <a:srgbClr val="333333">
                <a:alpha val="65000"/>
              </a:srgbClr>
            </a:outerShdw>
          </a:effectLst>
        </p:spPr>
      </p:pic>
      <p:sp>
        <p:nvSpPr>
          <p:cNvPr id="5" name="Text Placeholder 4">
            <a:extLst>
              <a:ext uri="{FF2B5EF4-FFF2-40B4-BE49-F238E27FC236}">
                <a16:creationId xmlns:a16="http://schemas.microsoft.com/office/drawing/2014/main" id="{86299B0F-D6FA-2711-839F-C632A62F6186}"/>
              </a:ext>
            </a:extLst>
          </p:cNvPr>
          <p:cNvSpPr>
            <a:spLocks noGrp="1"/>
          </p:cNvSpPr>
          <p:nvPr>
            <p:ph type="body" sz="half" idx="2"/>
          </p:nvPr>
        </p:nvSpPr>
        <p:spPr>
          <a:xfrm>
            <a:off x="569374" y="1861133"/>
            <a:ext cx="4408231" cy="4267313"/>
          </a:xfrm>
        </p:spPr>
        <p:txBody>
          <a:bodyPr>
            <a:normAutofit/>
          </a:bodyPr>
          <a:lstStyle/>
          <a:p>
            <a:pPr marL="342900" indent="-342900">
              <a:buFont typeface="Arial" panose="020B0604020202020204" pitchFamily="34" charset="0"/>
              <a:buChar char="•"/>
            </a:pPr>
            <a:r>
              <a:rPr lang="en-US" sz="1800" dirty="0">
                <a:solidFill>
                  <a:schemeClr val="bg1"/>
                </a:solidFill>
              </a:rPr>
              <a:t>Air pollution is a critical environmental and public health issue in India.</a:t>
            </a:r>
          </a:p>
          <a:p>
            <a:pPr marL="342900" indent="-342900">
              <a:buFont typeface="Arial" panose="020B0604020202020204" pitchFamily="34" charset="0"/>
              <a:buChar char="•"/>
            </a:pPr>
            <a:r>
              <a:rPr lang="en-US" sz="1800" dirty="0">
                <a:solidFill>
                  <a:schemeClr val="bg1"/>
                </a:solidFill>
              </a:rPr>
              <a:t>Rapid urbanization, industrial emissions, and vehicular pollution have worsened air quality in major cities.</a:t>
            </a:r>
          </a:p>
          <a:p>
            <a:pPr marL="342900" indent="-342900">
              <a:buFont typeface="Arial" panose="020B0604020202020204" pitchFamily="34" charset="0"/>
              <a:buChar char="•"/>
            </a:pPr>
            <a:r>
              <a:rPr lang="en-US" sz="1800" dirty="0">
                <a:solidFill>
                  <a:schemeClr val="bg1"/>
                </a:solidFill>
              </a:rPr>
              <a:t>Monitoring and analyzing Air Quality Index (AQI) over time helps identify trends, hotspots, and areas needing urgent action.</a:t>
            </a:r>
          </a:p>
          <a:p>
            <a:pPr marL="342900" indent="-342900">
              <a:buFont typeface="Arial" panose="020B0604020202020204" pitchFamily="34" charset="0"/>
              <a:buChar char="•"/>
            </a:pPr>
            <a:r>
              <a:rPr lang="en-US" sz="1800" dirty="0">
                <a:solidFill>
                  <a:schemeClr val="bg1"/>
                </a:solidFill>
              </a:rPr>
              <a:t>This Power BI project focuses on analyzing AQI data from 2015 to 2024, offering insights into city-wise, category-wise, and time-based air pollution patterns across India.</a:t>
            </a:r>
          </a:p>
        </p:txBody>
      </p:sp>
      <p:sp>
        <p:nvSpPr>
          <p:cNvPr id="3" name="Rectangle 1">
            <a:extLst>
              <a:ext uri="{FF2B5EF4-FFF2-40B4-BE49-F238E27FC236}">
                <a16:creationId xmlns:a16="http://schemas.microsoft.com/office/drawing/2014/main" id="{CD8749EE-9DF4-A771-A38E-A6111ED3E04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Air pollution</a:t>
            </a:r>
            <a:r>
              <a:rPr kumimoji="0" lang="en-US" altLang="en-US" sz="1800" b="0" i="0" u="none" strike="noStrike" cap="none" normalizeH="0" baseline="0">
                <a:ln>
                  <a:noFill/>
                </a:ln>
                <a:solidFill>
                  <a:schemeClr val="tx1"/>
                </a:solidFill>
                <a:effectLst/>
                <a:latin typeface="Arial" panose="020B0604020202020204" pitchFamily="34" charset="0"/>
              </a:rPr>
              <a:t> is a critical environmental and public health issue in India.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Rapid urbanization, industrial emissions, and vehicular pollution have worsened air quality in major cities.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Monitoring and analyzing </a:t>
            </a:r>
            <a:r>
              <a:rPr kumimoji="0" lang="en-US" altLang="en-US" sz="1800" b="1" i="0" u="none" strike="noStrike" cap="none" normalizeH="0" baseline="0">
                <a:ln>
                  <a:noFill/>
                </a:ln>
                <a:solidFill>
                  <a:schemeClr val="tx1"/>
                </a:solidFill>
                <a:effectLst/>
                <a:latin typeface="Arial" panose="020B0604020202020204" pitchFamily="34" charset="0"/>
              </a:rPr>
              <a:t>Air Quality Index (AQI)</a:t>
            </a:r>
            <a:r>
              <a:rPr kumimoji="0" lang="en-US" altLang="en-US" sz="1800" b="0" i="0" u="none" strike="noStrike" cap="none" normalizeH="0" baseline="0">
                <a:ln>
                  <a:noFill/>
                </a:ln>
                <a:solidFill>
                  <a:schemeClr val="tx1"/>
                </a:solidFill>
                <a:effectLst/>
                <a:latin typeface="Arial" panose="020B0604020202020204" pitchFamily="34" charset="0"/>
              </a:rPr>
              <a:t> over time helps identify trends, hotspots, and areas needing urgent 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This Power BI project focuses on analyzing AQI data from </a:t>
            </a:r>
            <a:r>
              <a:rPr kumimoji="0" lang="en-US" altLang="en-US" sz="1800" b="1" i="0" u="none" strike="noStrike" cap="none" normalizeH="0" baseline="0">
                <a:ln>
                  <a:noFill/>
                </a:ln>
                <a:solidFill>
                  <a:schemeClr val="tx1"/>
                </a:solidFill>
                <a:effectLst/>
                <a:latin typeface="Arial" panose="020B0604020202020204" pitchFamily="34" charset="0"/>
              </a:rPr>
              <a:t>2015 to 2024</a:t>
            </a:r>
            <a:r>
              <a:rPr kumimoji="0" lang="en-US" altLang="en-US" sz="1800" b="0" i="0" u="none" strike="noStrike" cap="none" normalizeH="0" baseline="0">
                <a:ln>
                  <a:noFill/>
                </a:ln>
                <a:solidFill>
                  <a:schemeClr val="tx1"/>
                </a:solidFill>
                <a:effectLst/>
                <a:latin typeface="Arial" panose="020B0604020202020204" pitchFamily="34" charset="0"/>
              </a:rPr>
              <a:t>, offering insights into city-wise, category-wise, and time-based air pollution patterns across India.</a:t>
            </a:r>
          </a:p>
        </p:txBody>
      </p:sp>
    </p:spTree>
    <p:extLst>
      <p:ext uri="{BB962C8B-B14F-4D97-AF65-F5344CB8AC3E}">
        <p14:creationId xmlns:p14="http://schemas.microsoft.com/office/powerpoint/2010/main" val="1613144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995F4-EF39-4B04-529A-85858DBF1B0D}"/>
              </a:ext>
            </a:extLst>
          </p:cNvPr>
          <p:cNvSpPr>
            <a:spLocks noGrp="1"/>
          </p:cNvSpPr>
          <p:nvPr>
            <p:ph type="title"/>
          </p:nvPr>
        </p:nvSpPr>
        <p:spPr/>
        <p:txBody>
          <a:bodyPr/>
          <a:lstStyle/>
          <a:p>
            <a:r>
              <a:rPr lang="en-IN" b="1" dirty="0">
                <a:solidFill>
                  <a:schemeClr val="accent5"/>
                </a:solidFill>
              </a:rPr>
              <a:t>Problem Statement</a:t>
            </a:r>
            <a:endParaRPr lang="en-IN" dirty="0">
              <a:solidFill>
                <a:schemeClr val="accent5"/>
              </a:solidFill>
            </a:endParaRPr>
          </a:p>
        </p:txBody>
      </p:sp>
      <p:sp>
        <p:nvSpPr>
          <p:cNvPr id="3" name="Content Placeholder 2">
            <a:extLst>
              <a:ext uri="{FF2B5EF4-FFF2-40B4-BE49-F238E27FC236}">
                <a16:creationId xmlns:a16="http://schemas.microsoft.com/office/drawing/2014/main" id="{25D2F3D0-2AEB-1375-5592-8A1144BDBBAB}"/>
              </a:ext>
            </a:extLst>
          </p:cNvPr>
          <p:cNvSpPr>
            <a:spLocks noGrp="1"/>
          </p:cNvSpPr>
          <p:nvPr>
            <p:ph idx="1"/>
          </p:nvPr>
        </p:nvSpPr>
        <p:spPr>
          <a:xfrm>
            <a:off x="848032" y="1825625"/>
            <a:ext cx="10515600" cy="4351338"/>
          </a:xfrm>
        </p:spPr>
        <p:txBody>
          <a:bodyPr>
            <a:normAutofit lnSpcReduction="10000"/>
          </a:bodyPr>
          <a:lstStyle/>
          <a:p>
            <a:r>
              <a:rPr lang="en-US" b="1" dirty="0">
                <a:solidFill>
                  <a:schemeClr val="bg1"/>
                </a:solidFill>
              </a:rPr>
              <a:t>Lack of Real-Time Insight : </a:t>
            </a:r>
            <a:r>
              <a:rPr lang="en-US" dirty="0">
                <a:solidFill>
                  <a:schemeClr val="bg1"/>
                </a:solidFill>
              </a:rPr>
              <a:t>Air pollution data is often unstructured and difficult to analyze without proper visualization tools.</a:t>
            </a:r>
          </a:p>
          <a:p>
            <a:r>
              <a:rPr lang="en-US" b="1" dirty="0">
                <a:solidFill>
                  <a:schemeClr val="bg1"/>
                </a:solidFill>
              </a:rPr>
              <a:t>Unidentified Trends &amp; Patterns : </a:t>
            </a:r>
            <a:r>
              <a:rPr lang="en-US" dirty="0">
                <a:solidFill>
                  <a:schemeClr val="bg1"/>
                </a:solidFill>
              </a:rPr>
              <a:t>Without effective analysis, it’s hard to understand which cities are consistently at risk and what pollutants dominate.</a:t>
            </a:r>
          </a:p>
          <a:p>
            <a:r>
              <a:rPr lang="en-US" b="1" dirty="0">
                <a:solidFill>
                  <a:schemeClr val="bg1"/>
                </a:solidFill>
              </a:rPr>
              <a:t>Data Complexity Across Years and Cities </a:t>
            </a:r>
            <a:r>
              <a:rPr lang="en-US" dirty="0">
                <a:solidFill>
                  <a:schemeClr val="bg1"/>
                </a:solidFill>
              </a:rPr>
              <a:t>: With multiple pollutants, cities, and time intervals, deriving actionable insights manually is challenging.</a:t>
            </a:r>
          </a:p>
          <a:p>
            <a:r>
              <a:rPr lang="en-US" b="1" dirty="0">
                <a:solidFill>
                  <a:schemeClr val="bg1"/>
                </a:solidFill>
              </a:rPr>
              <a:t>Need for an Interactive Dashboard : </a:t>
            </a:r>
            <a:r>
              <a:rPr lang="en-US" dirty="0">
                <a:solidFill>
                  <a:schemeClr val="bg1"/>
                </a:solidFill>
              </a:rPr>
              <a:t>A powerful visualization tool like Power BI can simplify decision-making for researchers, policymakers, and the public.</a:t>
            </a:r>
            <a:endParaRPr lang="en-IN" dirty="0">
              <a:solidFill>
                <a:schemeClr val="bg1"/>
              </a:solidFill>
            </a:endParaRPr>
          </a:p>
        </p:txBody>
      </p:sp>
    </p:spTree>
    <p:extLst>
      <p:ext uri="{BB962C8B-B14F-4D97-AF65-F5344CB8AC3E}">
        <p14:creationId xmlns:p14="http://schemas.microsoft.com/office/powerpoint/2010/main" val="69813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8811DF9-C95E-1A0C-FD54-BC022697E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18B04C-0950-FFBA-378E-6710D7EDC1D5}"/>
              </a:ext>
            </a:extLst>
          </p:cNvPr>
          <p:cNvSpPr>
            <a:spLocks noGrp="1"/>
          </p:cNvSpPr>
          <p:nvPr>
            <p:ph type="title"/>
          </p:nvPr>
        </p:nvSpPr>
        <p:spPr>
          <a:xfrm>
            <a:off x="839788" y="987425"/>
            <a:ext cx="3932237" cy="743052"/>
          </a:xfrm>
        </p:spPr>
        <p:txBody>
          <a:bodyPr/>
          <a:lstStyle/>
          <a:p>
            <a:r>
              <a:rPr lang="en-IN" b="1" i="1" dirty="0">
                <a:solidFill>
                  <a:schemeClr val="bg1"/>
                </a:solidFill>
              </a:rPr>
              <a:t> </a:t>
            </a:r>
            <a:r>
              <a:rPr lang="en-IN" sz="4000" b="1" i="1" dirty="0">
                <a:solidFill>
                  <a:schemeClr val="accent5"/>
                </a:solidFill>
              </a:rPr>
              <a:t>Project Objective</a:t>
            </a:r>
          </a:p>
        </p:txBody>
      </p:sp>
      <p:pic>
        <p:nvPicPr>
          <p:cNvPr id="6" name="Picture Placeholder 5">
            <a:extLst>
              <a:ext uri="{FF2B5EF4-FFF2-40B4-BE49-F238E27FC236}">
                <a16:creationId xmlns:a16="http://schemas.microsoft.com/office/drawing/2014/main" id="{1467E0E5-BF9B-19C3-EE82-A162C52DCBA0}"/>
              </a:ext>
            </a:extLst>
          </p:cNvPr>
          <p:cNvPicPr>
            <a:picLocks noGrp="1" noChangeAspect="1"/>
          </p:cNvPicPr>
          <p:nvPr>
            <p:ph type="pic" idx="1"/>
          </p:nvPr>
        </p:nvPicPr>
        <p:blipFill>
          <a:blip r:embed="rId2"/>
          <a:srcRect t="10520" b="10520"/>
          <a:stretch>
            <a:fillRect/>
          </a:stretch>
        </p:blipFill>
        <p:spPr/>
      </p:pic>
      <p:sp>
        <p:nvSpPr>
          <p:cNvPr id="3" name="Content Placeholder 2">
            <a:extLst>
              <a:ext uri="{FF2B5EF4-FFF2-40B4-BE49-F238E27FC236}">
                <a16:creationId xmlns:a16="http://schemas.microsoft.com/office/drawing/2014/main" id="{8E2C8A18-19EF-B4DE-1E28-4794CF1AEF8D}"/>
              </a:ext>
            </a:extLst>
          </p:cNvPr>
          <p:cNvSpPr>
            <a:spLocks noGrp="1"/>
          </p:cNvSpPr>
          <p:nvPr>
            <p:ph type="body" sz="half" idx="2"/>
          </p:nvPr>
        </p:nvSpPr>
        <p:spPr>
          <a:xfrm>
            <a:off x="836612" y="2057399"/>
            <a:ext cx="3935413" cy="3813175"/>
          </a:xfrm>
        </p:spPr>
        <p:txBody>
          <a:bodyPr>
            <a:normAutofit/>
          </a:bodyPr>
          <a:lstStyle/>
          <a:p>
            <a:pPr marL="0" indent="0">
              <a:buNone/>
            </a:pPr>
            <a:r>
              <a:rPr lang="en-US" dirty="0">
                <a:solidFill>
                  <a:schemeClr val="bg1"/>
                </a:solidFill>
              </a:rPr>
              <a:t>The primary objective of this Power BI project is to:</a:t>
            </a:r>
          </a:p>
          <a:p>
            <a:pPr marL="285750" indent="-285750">
              <a:buFont typeface="Arial" panose="020B0604020202020204" pitchFamily="34" charset="0"/>
              <a:buChar char="•"/>
            </a:pPr>
            <a:r>
              <a:rPr lang="en-US" dirty="0">
                <a:solidFill>
                  <a:schemeClr val="bg1"/>
                </a:solidFill>
              </a:rPr>
              <a:t>Analyze the Air Quality Index (AQI) data in India from 2015 to 2024.</a:t>
            </a:r>
          </a:p>
          <a:p>
            <a:pPr marL="285750" indent="-285750">
              <a:buFont typeface="Arial" panose="020B0604020202020204" pitchFamily="34" charset="0"/>
              <a:buChar char="•"/>
            </a:pPr>
            <a:r>
              <a:rPr lang="en-US" dirty="0">
                <a:solidFill>
                  <a:schemeClr val="bg1"/>
                </a:solidFill>
              </a:rPr>
              <a:t>Identify trends and patterns in pollution levels across different cities, states, and time periods.</a:t>
            </a:r>
          </a:p>
          <a:p>
            <a:pPr marL="285750" indent="-285750">
              <a:buFont typeface="Arial" panose="020B0604020202020204" pitchFamily="34" charset="0"/>
              <a:buChar char="•"/>
            </a:pPr>
            <a:r>
              <a:rPr lang="en-US" dirty="0">
                <a:solidFill>
                  <a:schemeClr val="bg1"/>
                </a:solidFill>
              </a:rPr>
              <a:t>Build an interactive and multi-page Power BI dashboard for exploring AQI metrics.</a:t>
            </a:r>
          </a:p>
          <a:p>
            <a:pPr marL="285750" indent="-285750">
              <a:buFont typeface="Arial" panose="020B0604020202020204" pitchFamily="34" charset="0"/>
              <a:buChar char="•"/>
            </a:pPr>
            <a:r>
              <a:rPr lang="en-US" dirty="0">
                <a:solidFill>
                  <a:schemeClr val="bg1"/>
                </a:solidFill>
              </a:rPr>
              <a:t>Provide actionable insights through KPI visuals, maps, filters, and comparisons.</a:t>
            </a:r>
          </a:p>
          <a:p>
            <a:pPr marL="285750" indent="-285750">
              <a:buFont typeface="Arial" panose="020B0604020202020204" pitchFamily="34" charset="0"/>
              <a:buChar char="•"/>
            </a:pPr>
            <a:r>
              <a:rPr lang="en-US" dirty="0">
                <a:solidFill>
                  <a:schemeClr val="bg1"/>
                </a:solidFill>
              </a:rPr>
              <a:t>Facilitate data-driven decision-making for awareness, planning, and pollution control.</a:t>
            </a:r>
            <a:endParaRPr lang="en-IN" dirty="0">
              <a:solidFill>
                <a:schemeClr val="bg1"/>
              </a:solidFill>
            </a:endParaRPr>
          </a:p>
        </p:txBody>
      </p:sp>
    </p:spTree>
    <p:extLst>
      <p:ext uri="{BB962C8B-B14F-4D97-AF65-F5344CB8AC3E}">
        <p14:creationId xmlns:p14="http://schemas.microsoft.com/office/powerpoint/2010/main" val="3723365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1ECCDCE-E71F-7A35-AA58-E964320F00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4E0BF4-5E36-628C-13B1-45B82CD225B2}"/>
              </a:ext>
            </a:extLst>
          </p:cNvPr>
          <p:cNvSpPr>
            <a:spLocks noGrp="1"/>
          </p:cNvSpPr>
          <p:nvPr>
            <p:ph type="title"/>
          </p:nvPr>
        </p:nvSpPr>
        <p:spPr/>
        <p:txBody>
          <a:bodyPr/>
          <a:lstStyle/>
          <a:p>
            <a:r>
              <a:rPr lang="en-IN" b="1" dirty="0">
                <a:solidFill>
                  <a:schemeClr val="accent5"/>
                </a:solidFill>
              </a:rPr>
              <a:t>Dataset Overview</a:t>
            </a:r>
          </a:p>
        </p:txBody>
      </p:sp>
      <p:sp>
        <p:nvSpPr>
          <p:cNvPr id="3" name="Content Placeholder 2">
            <a:extLst>
              <a:ext uri="{FF2B5EF4-FFF2-40B4-BE49-F238E27FC236}">
                <a16:creationId xmlns:a16="http://schemas.microsoft.com/office/drawing/2014/main" id="{13C83FE4-3B82-3797-22AE-98377BE4F72D}"/>
              </a:ext>
            </a:extLst>
          </p:cNvPr>
          <p:cNvSpPr>
            <a:spLocks noGrp="1"/>
          </p:cNvSpPr>
          <p:nvPr>
            <p:ph idx="1"/>
          </p:nvPr>
        </p:nvSpPr>
        <p:spPr/>
        <p:txBody>
          <a:bodyPr>
            <a:normAutofit lnSpcReduction="10000"/>
          </a:bodyPr>
          <a:lstStyle/>
          <a:p>
            <a:pPr marL="0" indent="0">
              <a:buNone/>
            </a:pPr>
            <a:r>
              <a:rPr lang="en-US" b="1" dirty="0">
                <a:solidFill>
                  <a:schemeClr val="accent6"/>
                </a:solidFill>
              </a:rPr>
              <a:t>Source</a:t>
            </a:r>
            <a:r>
              <a:rPr lang="en-US" b="1" dirty="0">
                <a:solidFill>
                  <a:schemeClr val="bg1"/>
                </a:solidFill>
              </a:rPr>
              <a:t>:</a:t>
            </a:r>
            <a:r>
              <a:rPr lang="en-US" dirty="0">
                <a:solidFill>
                  <a:schemeClr val="bg1"/>
                </a:solidFill>
              </a:rPr>
              <a:t> Air Quality Data in India (2015–2024) from Kaggle</a:t>
            </a:r>
          </a:p>
          <a:p>
            <a:pPr marL="0" indent="0">
              <a:buNone/>
            </a:pPr>
            <a:r>
              <a:rPr lang="en-US" b="1" dirty="0">
                <a:solidFill>
                  <a:schemeClr val="accent6"/>
                </a:solidFill>
              </a:rPr>
              <a:t>Details</a:t>
            </a:r>
            <a:r>
              <a:rPr lang="en-US" b="1" dirty="0">
                <a:solidFill>
                  <a:schemeClr val="bg1"/>
                </a:solidFill>
              </a:rPr>
              <a:t>: </a:t>
            </a:r>
          </a:p>
          <a:p>
            <a:r>
              <a:rPr lang="en-US" dirty="0">
                <a:solidFill>
                  <a:schemeClr val="bg1"/>
                </a:solidFill>
              </a:rPr>
              <a:t>Duration: 2015 to 2024</a:t>
            </a:r>
          </a:p>
          <a:p>
            <a:r>
              <a:rPr lang="en-US" dirty="0">
                <a:solidFill>
                  <a:schemeClr val="bg1"/>
                </a:solidFill>
              </a:rPr>
              <a:t>Records: 5.6+ million data points</a:t>
            </a:r>
          </a:p>
          <a:p>
            <a:pPr marL="0" indent="0">
              <a:buNone/>
            </a:pPr>
            <a:r>
              <a:rPr lang="en-US" dirty="0">
                <a:solidFill>
                  <a:srgbClr val="FF0000"/>
                </a:solidFill>
              </a:rPr>
              <a:t>Tables</a:t>
            </a:r>
            <a:r>
              <a:rPr lang="en-US" dirty="0">
                <a:solidFill>
                  <a:schemeClr val="bg1"/>
                </a:solidFill>
              </a:rPr>
              <a:t>: </a:t>
            </a:r>
            <a:r>
              <a:rPr lang="en-US" dirty="0" err="1">
                <a:solidFill>
                  <a:schemeClr val="bg1"/>
                </a:solidFill>
              </a:rPr>
              <a:t>city_day</a:t>
            </a:r>
            <a:r>
              <a:rPr lang="en-US" dirty="0">
                <a:solidFill>
                  <a:schemeClr val="bg1"/>
                </a:solidFill>
              </a:rPr>
              <a:t> (used as Fact Table)</a:t>
            </a:r>
          </a:p>
          <a:p>
            <a:r>
              <a:rPr lang="en-US" dirty="0" err="1">
                <a:solidFill>
                  <a:schemeClr val="bg1"/>
                </a:solidFill>
              </a:rPr>
              <a:t>city_hour</a:t>
            </a:r>
            <a:r>
              <a:rPr lang="en-US" dirty="0">
                <a:solidFill>
                  <a:schemeClr val="bg1"/>
                </a:solidFill>
              </a:rPr>
              <a:t>,  </a:t>
            </a:r>
            <a:r>
              <a:rPr lang="en-US" dirty="0" err="1">
                <a:solidFill>
                  <a:schemeClr val="bg1"/>
                </a:solidFill>
              </a:rPr>
              <a:t>state_hour</a:t>
            </a:r>
            <a:r>
              <a:rPr lang="en-US" dirty="0">
                <a:solidFill>
                  <a:schemeClr val="bg1"/>
                </a:solidFill>
              </a:rPr>
              <a:t>, </a:t>
            </a:r>
            <a:r>
              <a:rPr lang="en-US" dirty="0" err="1">
                <a:solidFill>
                  <a:schemeClr val="bg1"/>
                </a:solidFill>
              </a:rPr>
              <a:t>station_hour</a:t>
            </a:r>
            <a:r>
              <a:rPr lang="en-US" dirty="0">
                <a:solidFill>
                  <a:schemeClr val="bg1"/>
                </a:solidFill>
              </a:rPr>
              <a:t>, stations (supporting tables)</a:t>
            </a:r>
          </a:p>
          <a:p>
            <a:r>
              <a:rPr lang="en-US" dirty="0">
                <a:solidFill>
                  <a:schemeClr val="bg1"/>
                </a:solidFill>
              </a:rPr>
              <a:t>Key Columns:Date, City, State, Station, AQI, </a:t>
            </a:r>
            <a:r>
              <a:rPr lang="en-US" dirty="0" err="1">
                <a:solidFill>
                  <a:schemeClr val="bg1"/>
                </a:solidFill>
              </a:rPr>
              <a:t>AQI_Bucket</a:t>
            </a:r>
            <a:endParaRPr lang="en-US" dirty="0">
              <a:solidFill>
                <a:schemeClr val="bg1"/>
              </a:solidFill>
            </a:endParaRPr>
          </a:p>
          <a:p>
            <a:r>
              <a:rPr lang="en-US" dirty="0">
                <a:solidFill>
                  <a:schemeClr val="bg1"/>
                </a:solidFill>
              </a:rPr>
              <a:t>Pollutants: PM2.5, PM10, NO2, CO, SO2, O3, NH3</a:t>
            </a:r>
          </a:p>
          <a:p>
            <a:pPr marL="0" indent="0">
              <a:buNone/>
            </a:pPr>
            <a:r>
              <a:rPr lang="en-US" dirty="0">
                <a:solidFill>
                  <a:srgbClr val="FF0000"/>
                </a:solidFill>
              </a:rPr>
              <a:t>Format</a:t>
            </a:r>
            <a:r>
              <a:rPr lang="en-US" dirty="0">
                <a:solidFill>
                  <a:schemeClr val="bg1"/>
                </a:solidFill>
              </a:rPr>
              <a:t>: CSV files with mixed time granularity (daily &amp; hourly)</a:t>
            </a:r>
            <a:endParaRPr lang="en-IN" dirty="0">
              <a:solidFill>
                <a:schemeClr val="bg1"/>
              </a:solidFill>
            </a:endParaRPr>
          </a:p>
        </p:txBody>
      </p:sp>
    </p:spTree>
    <p:extLst>
      <p:ext uri="{BB962C8B-B14F-4D97-AF65-F5344CB8AC3E}">
        <p14:creationId xmlns:p14="http://schemas.microsoft.com/office/powerpoint/2010/main" val="4238132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C5E7A6D-0747-5260-8D4B-56F5D68A1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CA922-28AB-8F11-9AB8-33B9C9A1C894}"/>
              </a:ext>
            </a:extLst>
          </p:cNvPr>
          <p:cNvSpPr>
            <a:spLocks noGrp="1"/>
          </p:cNvSpPr>
          <p:nvPr>
            <p:ph type="title"/>
          </p:nvPr>
        </p:nvSpPr>
        <p:spPr>
          <a:xfrm>
            <a:off x="839788" y="996950"/>
            <a:ext cx="5256212" cy="713863"/>
          </a:xfrm>
        </p:spPr>
        <p:txBody>
          <a:bodyPr/>
          <a:lstStyle/>
          <a:p>
            <a:r>
              <a:rPr lang="en-IN" b="1" dirty="0">
                <a:solidFill>
                  <a:schemeClr val="accent5"/>
                </a:solidFill>
              </a:rPr>
              <a:t>Tools &amp; Technologies</a:t>
            </a:r>
          </a:p>
        </p:txBody>
      </p:sp>
      <p:pic>
        <p:nvPicPr>
          <p:cNvPr id="6" name="Picture Placeholder 5">
            <a:extLst>
              <a:ext uri="{FF2B5EF4-FFF2-40B4-BE49-F238E27FC236}">
                <a16:creationId xmlns:a16="http://schemas.microsoft.com/office/drawing/2014/main" id="{110B250A-FDB8-9646-6A1D-04858452C1CF}"/>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10520" b="10520"/>
          <a:stretch/>
        </p:blipFill>
        <p:spPr>
          <a:xfrm>
            <a:off x="6096000" y="987425"/>
            <a:ext cx="5259388" cy="4873625"/>
          </a:xfrm>
        </p:spPr>
      </p:pic>
      <p:sp>
        <p:nvSpPr>
          <p:cNvPr id="3" name="Content Placeholder 2">
            <a:extLst>
              <a:ext uri="{FF2B5EF4-FFF2-40B4-BE49-F238E27FC236}">
                <a16:creationId xmlns:a16="http://schemas.microsoft.com/office/drawing/2014/main" id="{04B90B05-EE16-0E7D-4533-F38B490CC25A}"/>
              </a:ext>
            </a:extLst>
          </p:cNvPr>
          <p:cNvSpPr>
            <a:spLocks noGrp="1"/>
          </p:cNvSpPr>
          <p:nvPr>
            <p:ph type="body" sz="half" idx="2"/>
          </p:nvPr>
        </p:nvSpPr>
        <p:spPr>
          <a:xfrm>
            <a:off x="839788" y="1720339"/>
            <a:ext cx="5256212" cy="4150236"/>
          </a:xfrm>
        </p:spPr>
        <p:txBody>
          <a:bodyPr>
            <a:normAutofit lnSpcReduction="10000"/>
          </a:bodyPr>
          <a:lstStyle/>
          <a:p>
            <a:pPr marL="0" indent="0">
              <a:buNone/>
            </a:pPr>
            <a:r>
              <a:rPr lang="en-IN" b="1" dirty="0">
                <a:solidFill>
                  <a:schemeClr val="accent6"/>
                </a:solidFill>
              </a:rPr>
              <a:t>Main Tools:</a:t>
            </a:r>
          </a:p>
          <a:p>
            <a:r>
              <a:rPr lang="en-IN" dirty="0">
                <a:solidFill>
                  <a:schemeClr val="bg1"/>
                </a:solidFill>
              </a:rPr>
              <a:t>Power BI Desktop: For data import, cleaning, </a:t>
            </a:r>
            <a:r>
              <a:rPr lang="en-IN" dirty="0" err="1">
                <a:solidFill>
                  <a:schemeClr val="bg1"/>
                </a:solidFill>
              </a:rPr>
              <a:t>modeling</a:t>
            </a:r>
            <a:r>
              <a:rPr lang="en-IN" dirty="0">
                <a:solidFill>
                  <a:schemeClr val="bg1"/>
                </a:solidFill>
              </a:rPr>
              <a:t>, and visualization.</a:t>
            </a:r>
          </a:p>
          <a:p>
            <a:r>
              <a:rPr lang="en-IN" dirty="0">
                <a:solidFill>
                  <a:schemeClr val="bg1"/>
                </a:solidFill>
              </a:rPr>
              <a:t>Power Query Editor: Used for extensive data cleaning and transformation operations.</a:t>
            </a:r>
          </a:p>
          <a:p>
            <a:pPr marL="0" indent="0">
              <a:buNone/>
            </a:pPr>
            <a:r>
              <a:rPr lang="en-IN" b="1" dirty="0">
                <a:solidFill>
                  <a:schemeClr val="accent6"/>
                </a:solidFill>
              </a:rPr>
              <a:t>Supporting Tools:</a:t>
            </a:r>
          </a:p>
          <a:p>
            <a:r>
              <a:rPr lang="en-IN" dirty="0">
                <a:solidFill>
                  <a:srgbClr val="FF0000"/>
                </a:solidFill>
              </a:rPr>
              <a:t>Microsoft Excel: </a:t>
            </a:r>
            <a:r>
              <a:rPr lang="en-IN" dirty="0">
                <a:solidFill>
                  <a:schemeClr val="bg1"/>
                </a:solidFill>
              </a:rPr>
              <a:t>Initial data inspection and format adjustments (if needed).</a:t>
            </a:r>
          </a:p>
          <a:p>
            <a:r>
              <a:rPr lang="en-IN" dirty="0">
                <a:solidFill>
                  <a:srgbClr val="FF0000"/>
                </a:solidFill>
              </a:rPr>
              <a:t>Kaggle: </a:t>
            </a:r>
            <a:r>
              <a:rPr lang="en-IN" dirty="0">
                <a:solidFill>
                  <a:schemeClr val="bg1"/>
                </a:solidFill>
              </a:rPr>
              <a:t>Source for the original dataset.</a:t>
            </a:r>
          </a:p>
          <a:p>
            <a:pPr marL="0" indent="0">
              <a:buNone/>
            </a:pPr>
            <a:r>
              <a:rPr lang="en-IN" b="1" dirty="0">
                <a:solidFill>
                  <a:schemeClr val="accent6"/>
                </a:solidFill>
              </a:rPr>
              <a:t>Technologies:</a:t>
            </a:r>
          </a:p>
          <a:p>
            <a:r>
              <a:rPr lang="en-IN" dirty="0">
                <a:solidFill>
                  <a:srgbClr val="FF0000"/>
                </a:solidFill>
              </a:rPr>
              <a:t>DAX (Data Analysis Expressions): </a:t>
            </a:r>
            <a:r>
              <a:rPr lang="en-IN" dirty="0">
                <a:solidFill>
                  <a:schemeClr val="bg1"/>
                </a:solidFill>
              </a:rPr>
              <a:t>For creating custom measures, KPIs, and calculated columns.</a:t>
            </a:r>
          </a:p>
          <a:p>
            <a:r>
              <a:rPr lang="en-IN" dirty="0">
                <a:solidFill>
                  <a:srgbClr val="FF0000"/>
                </a:solidFill>
              </a:rPr>
              <a:t>M Language (Power Query Formula Language): </a:t>
            </a:r>
            <a:r>
              <a:rPr lang="en-IN" dirty="0">
                <a:solidFill>
                  <a:schemeClr val="bg1"/>
                </a:solidFill>
              </a:rPr>
              <a:t>Used internally in the Power Query Editor for data transformation steps.</a:t>
            </a:r>
          </a:p>
        </p:txBody>
      </p:sp>
    </p:spTree>
    <p:extLst>
      <p:ext uri="{BB962C8B-B14F-4D97-AF65-F5344CB8AC3E}">
        <p14:creationId xmlns:p14="http://schemas.microsoft.com/office/powerpoint/2010/main" val="3986669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FB88E76-296D-3D89-0781-C26C8B488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635FD-D2B3-2723-EA05-EB40666FA849}"/>
              </a:ext>
            </a:extLst>
          </p:cNvPr>
          <p:cNvSpPr>
            <a:spLocks noGrp="1"/>
          </p:cNvSpPr>
          <p:nvPr>
            <p:ph type="title"/>
          </p:nvPr>
        </p:nvSpPr>
        <p:spPr>
          <a:xfrm>
            <a:off x="838200" y="365125"/>
            <a:ext cx="10515600" cy="706591"/>
          </a:xfrm>
        </p:spPr>
        <p:txBody>
          <a:bodyPr/>
          <a:lstStyle/>
          <a:p>
            <a:r>
              <a:rPr lang="en-US" dirty="0">
                <a:solidFill>
                  <a:schemeClr val="accent5"/>
                </a:solidFill>
              </a:rPr>
              <a:t>Data Loading</a:t>
            </a:r>
            <a:endParaRPr lang="en-IN" dirty="0">
              <a:solidFill>
                <a:schemeClr val="accent5"/>
              </a:solidFill>
            </a:endParaRPr>
          </a:p>
        </p:txBody>
      </p:sp>
      <p:sp>
        <p:nvSpPr>
          <p:cNvPr id="3" name="Content Placeholder 2">
            <a:extLst>
              <a:ext uri="{FF2B5EF4-FFF2-40B4-BE49-F238E27FC236}">
                <a16:creationId xmlns:a16="http://schemas.microsoft.com/office/drawing/2014/main" id="{18CD60DD-D373-1376-3E16-F4E7F021DEF5}"/>
              </a:ext>
            </a:extLst>
          </p:cNvPr>
          <p:cNvSpPr>
            <a:spLocks noGrp="1"/>
          </p:cNvSpPr>
          <p:nvPr>
            <p:ph idx="1"/>
          </p:nvPr>
        </p:nvSpPr>
        <p:spPr>
          <a:xfrm>
            <a:off x="838200" y="1071716"/>
            <a:ext cx="10515600" cy="2691581"/>
          </a:xfrm>
        </p:spPr>
        <p:txBody>
          <a:bodyPr>
            <a:normAutofit lnSpcReduction="10000"/>
          </a:bodyPr>
          <a:lstStyle/>
          <a:p>
            <a:pPr marL="0" indent="0">
              <a:buNone/>
            </a:pPr>
            <a:r>
              <a:rPr lang="en-US" dirty="0">
                <a:solidFill>
                  <a:schemeClr val="bg1"/>
                </a:solidFill>
              </a:rPr>
              <a:t>It is the first step in </a:t>
            </a:r>
            <a:r>
              <a:rPr lang="en-US" dirty="0" err="1">
                <a:solidFill>
                  <a:schemeClr val="bg1"/>
                </a:solidFill>
              </a:rPr>
              <a:t>PowerBI</a:t>
            </a:r>
            <a:r>
              <a:rPr lang="en-IN" dirty="0">
                <a:solidFill>
                  <a:schemeClr val="bg1"/>
                </a:solidFill>
              </a:rPr>
              <a:t>.</a:t>
            </a:r>
          </a:p>
          <a:p>
            <a:pPr marL="0" indent="0">
              <a:buNone/>
            </a:pPr>
            <a:r>
              <a:rPr lang="en-US" b="1" dirty="0">
                <a:solidFill>
                  <a:schemeClr val="accent6"/>
                </a:solidFill>
              </a:rPr>
              <a:t>Connect to data in a file :</a:t>
            </a:r>
          </a:p>
          <a:p>
            <a:r>
              <a:rPr lang="en-US" dirty="0">
                <a:solidFill>
                  <a:schemeClr val="bg1"/>
                </a:solidFill>
              </a:rPr>
              <a:t>In Power BI, on the Home tab, select Get data. In the list that displays, select the option that you require, such as Text/CSV or XML. For this example, we'll select Text/CSV .</a:t>
            </a:r>
          </a:p>
          <a:p>
            <a:pPr marL="0" indent="0">
              <a:buNone/>
            </a:pPr>
            <a:r>
              <a:rPr lang="en-IN" dirty="0">
                <a:solidFill>
                  <a:schemeClr val="bg1"/>
                </a:solidFill>
              </a:rPr>
              <a:t>          1                                              2                                                 3</a:t>
            </a:r>
          </a:p>
          <a:p>
            <a:pPr marL="0" indent="0">
              <a:buNone/>
            </a:pPr>
            <a:endParaRPr lang="en-US" dirty="0">
              <a:solidFill>
                <a:schemeClr val="bg1"/>
              </a:solidFill>
            </a:endParaRPr>
          </a:p>
        </p:txBody>
      </p:sp>
      <p:pic>
        <p:nvPicPr>
          <p:cNvPr id="5" name="Picture 4">
            <a:extLst>
              <a:ext uri="{FF2B5EF4-FFF2-40B4-BE49-F238E27FC236}">
                <a16:creationId xmlns:a16="http://schemas.microsoft.com/office/drawing/2014/main" id="{60B3056F-418D-3AC4-A5AE-8BBE49E8306A}"/>
              </a:ext>
            </a:extLst>
          </p:cNvPr>
          <p:cNvPicPr>
            <a:picLocks noChangeAspect="1"/>
          </p:cNvPicPr>
          <p:nvPr/>
        </p:nvPicPr>
        <p:blipFill>
          <a:blip r:embed="rId2"/>
          <a:stretch>
            <a:fillRect/>
          </a:stretch>
        </p:blipFill>
        <p:spPr>
          <a:xfrm>
            <a:off x="8176145" y="3756705"/>
            <a:ext cx="3639771" cy="2716496"/>
          </a:xfrm>
          <a:prstGeom prst="rect">
            <a:avLst/>
          </a:prstGeom>
        </p:spPr>
      </p:pic>
      <p:pic>
        <p:nvPicPr>
          <p:cNvPr id="9" name="Picture 8">
            <a:extLst>
              <a:ext uri="{FF2B5EF4-FFF2-40B4-BE49-F238E27FC236}">
                <a16:creationId xmlns:a16="http://schemas.microsoft.com/office/drawing/2014/main" id="{8F6CC226-481D-B4DC-F2FE-F7E33FEEA7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001" y="3763297"/>
            <a:ext cx="2500830" cy="2950256"/>
          </a:xfrm>
          <a:prstGeom prst="rect">
            <a:avLst/>
          </a:prstGeom>
        </p:spPr>
      </p:pic>
      <p:pic>
        <p:nvPicPr>
          <p:cNvPr id="11" name="Picture 10">
            <a:extLst>
              <a:ext uri="{FF2B5EF4-FFF2-40B4-BE49-F238E27FC236}">
                <a16:creationId xmlns:a16="http://schemas.microsoft.com/office/drawing/2014/main" id="{B1E7DD45-B795-C3D9-54D3-89F4B3D644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5856" y="3756705"/>
            <a:ext cx="3376646" cy="2029579"/>
          </a:xfrm>
          <a:prstGeom prst="rect">
            <a:avLst/>
          </a:prstGeom>
        </p:spPr>
      </p:pic>
      <p:sp>
        <p:nvSpPr>
          <p:cNvPr id="4" name="Arrow: Right 3">
            <a:extLst>
              <a:ext uri="{FF2B5EF4-FFF2-40B4-BE49-F238E27FC236}">
                <a16:creationId xmlns:a16="http://schemas.microsoft.com/office/drawing/2014/main" id="{EF66D657-26B3-9E15-CAD9-550169F2A50A}"/>
              </a:ext>
            </a:extLst>
          </p:cNvPr>
          <p:cNvSpPr/>
          <p:nvPr/>
        </p:nvSpPr>
        <p:spPr>
          <a:xfrm>
            <a:off x="3232213" y="4931630"/>
            <a:ext cx="678426" cy="36664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Right 5">
            <a:extLst>
              <a:ext uri="{FF2B5EF4-FFF2-40B4-BE49-F238E27FC236}">
                <a16:creationId xmlns:a16="http://schemas.microsoft.com/office/drawing/2014/main" id="{BB5F3DF7-1098-91B5-8198-2E2AAE6BDBED}"/>
              </a:ext>
            </a:extLst>
          </p:cNvPr>
          <p:cNvSpPr/>
          <p:nvPr/>
        </p:nvSpPr>
        <p:spPr>
          <a:xfrm>
            <a:off x="7438724" y="4927176"/>
            <a:ext cx="691198" cy="3821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23270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B78955D-1888-646B-D55D-14BBA41EF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A2AFE-1AD6-A5FA-D281-19570E7B4502}"/>
              </a:ext>
            </a:extLst>
          </p:cNvPr>
          <p:cNvSpPr>
            <a:spLocks noGrp="1"/>
          </p:cNvSpPr>
          <p:nvPr>
            <p:ph type="title"/>
          </p:nvPr>
        </p:nvSpPr>
        <p:spPr/>
        <p:txBody>
          <a:bodyPr/>
          <a:lstStyle/>
          <a:p>
            <a:r>
              <a:rPr lang="en-US" dirty="0">
                <a:solidFill>
                  <a:schemeClr val="accent5"/>
                </a:solidFill>
              </a:rPr>
              <a:t>Data Cleaning in Power Query Editor</a:t>
            </a:r>
            <a:endParaRPr lang="en-IN" dirty="0">
              <a:solidFill>
                <a:schemeClr val="accent5"/>
              </a:solidFill>
            </a:endParaRPr>
          </a:p>
        </p:txBody>
      </p:sp>
      <p:pic>
        <p:nvPicPr>
          <p:cNvPr id="4" name="Content Placeholder 3">
            <a:extLst>
              <a:ext uri="{FF2B5EF4-FFF2-40B4-BE49-F238E27FC236}">
                <a16:creationId xmlns:a16="http://schemas.microsoft.com/office/drawing/2014/main" id="{09635CC2-A949-3148-7742-ECE0C02276D1}"/>
              </a:ext>
            </a:extLst>
          </p:cNvPr>
          <p:cNvPicPr>
            <a:picLocks noGrp="1" noChangeAspect="1"/>
          </p:cNvPicPr>
          <p:nvPr>
            <p:ph idx="1"/>
          </p:nvPr>
        </p:nvPicPr>
        <p:blipFill>
          <a:blip r:embed="rId2"/>
          <a:stretch>
            <a:fillRect/>
          </a:stretch>
        </p:blipFill>
        <p:spPr>
          <a:xfrm>
            <a:off x="6822975" y="4313996"/>
            <a:ext cx="4631464" cy="2468988"/>
          </a:xfrm>
          <a:prstGeom prst="rect">
            <a:avLst/>
          </a:prstGeom>
        </p:spPr>
      </p:pic>
      <p:pic>
        <p:nvPicPr>
          <p:cNvPr id="5" name="Picture 4">
            <a:extLst>
              <a:ext uri="{FF2B5EF4-FFF2-40B4-BE49-F238E27FC236}">
                <a16:creationId xmlns:a16="http://schemas.microsoft.com/office/drawing/2014/main" id="{CDF150F6-7469-7202-AE3A-96F4C9CEB5E3}"/>
              </a:ext>
            </a:extLst>
          </p:cNvPr>
          <p:cNvPicPr>
            <a:picLocks noChangeAspect="1"/>
          </p:cNvPicPr>
          <p:nvPr/>
        </p:nvPicPr>
        <p:blipFill>
          <a:blip r:embed="rId3"/>
          <a:stretch>
            <a:fillRect/>
          </a:stretch>
        </p:blipFill>
        <p:spPr>
          <a:xfrm>
            <a:off x="806386" y="4553646"/>
            <a:ext cx="4668479" cy="1227329"/>
          </a:xfrm>
          <a:prstGeom prst="rect">
            <a:avLst/>
          </a:prstGeom>
        </p:spPr>
      </p:pic>
      <p:sp>
        <p:nvSpPr>
          <p:cNvPr id="7" name="TextBox 6">
            <a:extLst>
              <a:ext uri="{FF2B5EF4-FFF2-40B4-BE49-F238E27FC236}">
                <a16:creationId xmlns:a16="http://schemas.microsoft.com/office/drawing/2014/main" id="{1BF3A4FB-B08C-AC34-9199-50BCD49386E9}"/>
              </a:ext>
            </a:extLst>
          </p:cNvPr>
          <p:cNvSpPr txBox="1"/>
          <p:nvPr/>
        </p:nvSpPr>
        <p:spPr>
          <a:xfrm>
            <a:off x="838200" y="1690689"/>
            <a:ext cx="10515599" cy="3139321"/>
          </a:xfrm>
          <a:prstGeom prst="rect">
            <a:avLst/>
          </a:prstGeom>
          <a:noFill/>
        </p:spPr>
        <p:txBody>
          <a:bodyPr wrap="square">
            <a:spAutoFit/>
          </a:bodyPr>
          <a:lstStyle/>
          <a:p>
            <a:r>
              <a:rPr lang="en-US" dirty="0">
                <a:solidFill>
                  <a:schemeClr val="bg1"/>
                </a:solidFill>
              </a:rPr>
              <a:t>To start shaping data, open Power Query Editor by selecting the Transform data option on the Home tab of Power BI Desktop.</a:t>
            </a:r>
          </a:p>
          <a:p>
            <a:pPr algn="l">
              <a:buNone/>
            </a:pPr>
            <a:r>
              <a:rPr lang="en-US" b="0" i="0" dirty="0">
                <a:solidFill>
                  <a:srgbClr val="E6E6E6"/>
                </a:solidFill>
                <a:effectLst/>
                <a:latin typeface="Segoe UI" panose="020B0502040204020203" pitchFamily="34" charset="0"/>
              </a:rPr>
              <a:t>In Power Query Editor, the data in your selected query displays in the middle of the screen and, on the left side, the </a:t>
            </a:r>
            <a:r>
              <a:rPr lang="en-US" b="1" i="0" dirty="0">
                <a:solidFill>
                  <a:srgbClr val="E6E6E6"/>
                </a:solidFill>
                <a:effectLst/>
                <a:latin typeface="Segoe UI" panose="020B0502040204020203" pitchFamily="34" charset="0"/>
              </a:rPr>
              <a:t>Queries</a:t>
            </a:r>
            <a:r>
              <a:rPr lang="en-US" b="0" i="0" dirty="0">
                <a:solidFill>
                  <a:srgbClr val="E6E6E6"/>
                </a:solidFill>
                <a:effectLst/>
                <a:latin typeface="Segoe UI" panose="020B0502040204020203" pitchFamily="34" charset="0"/>
              </a:rPr>
              <a:t> pane lists the available queries (tables).</a:t>
            </a:r>
          </a:p>
          <a:p>
            <a:pPr algn="l"/>
            <a:r>
              <a:rPr lang="en-US" b="0" i="0" dirty="0">
                <a:solidFill>
                  <a:srgbClr val="E6E6E6"/>
                </a:solidFill>
                <a:effectLst/>
                <a:latin typeface="Segoe UI" panose="020B0502040204020203" pitchFamily="34" charset="0"/>
              </a:rPr>
              <a:t>When you work in Power Query Editor, all steps that you take to shape your data are recorded. Then, each time the query connects to the data source, it automatically applies your steps, so your data is always shaped the way that you specified. Power Query Editor only makes changes to a particular view of your data, so you can feel confident about changes that are being made to your original data source. You can see a list of your steps on the right side of the screen, in the </a:t>
            </a:r>
            <a:r>
              <a:rPr lang="en-US" b="1" i="0" dirty="0">
                <a:solidFill>
                  <a:srgbClr val="E6E6E6"/>
                </a:solidFill>
                <a:effectLst/>
                <a:latin typeface="Segoe UI" panose="020B0502040204020203" pitchFamily="34" charset="0"/>
              </a:rPr>
              <a:t>Query Settings</a:t>
            </a:r>
            <a:r>
              <a:rPr lang="en-US" b="0" i="0" dirty="0">
                <a:solidFill>
                  <a:srgbClr val="E6E6E6"/>
                </a:solidFill>
                <a:effectLst/>
                <a:latin typeface="Segoe UI" panose="020B0502040204020203" pitchFamily="34" charset="0"/>
              </a:rPr>
              <a:t> pane, along with the query's properties.</a:t>
            </a:r>
          </a:p>
          <a:p>
            <a:endParaRPr lang="en-IN" dirty="0">
              <a:solidFill>
                <a:schemeClr val="bg1"/>
              </a:solidFill>
            </a:endParaRPr>
          </a:p>
        </p:txBody>
      </p:sp>
      <p:sp>
        <p:nvSpPr>
          <p:cNvPr id="8" name="Arrow: Right 7">
            <a:extLst>
              <a:ext uri="{FF2B5EF4-FFF2-40B4-BE49-F238E27FC236}">
                <a16:creationId xmlns:a16="http://schemas.microsoft.com/office/drawing/2014/main" id="{25E8E28E-C191-3909-B7ED-51BE05EE00CE}"/>
              </a:ext>
            </a:extLst>
          </p:cNvPr>
          <p:cNvSpPr/>
          <p:nvPr/>
        </p:nvSpPr>
        <p:spPr>
          <a:xfrm>
            <a:off x="5738729" y="5063176"/>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36991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8B4749A-320D-676C-D4F8-1D5E011756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B8CC3-32CF-3E34-F8BD-8DF2D144057B}"/>
              </a:ext>
            </a:extLst>
          </p:cNvPr>
          <p:cNvSpPr>
            <a:spLocks noGrp="1"/>
          </p:cNvSpPr>
          <p:nvPr>
            <p:ph type="title"/>
          </p:nvPr>
        </p:nvSpPr>
        <p:spPr>
          <a:xfrm>
            <a:off x="838200" y="365126"/>
            <a:ext cx="10515600" cy="667262"/>
          </a:xfrm>
        </p:spPr>
        <p:txBody>
          <a:bodyPr>
            <a:normAutofit/>
          </a:bodyPr>
          <a:lstStyle/>
          <a:p>
            <a:r>
              <a:rPr lang="en-US" sz="3200" b="1" dirty="0">
                <a:solidFill>
                  <a:schemeClr val="accent6"/>
                </a:solidFill>
              </a:rPr>
              <a:t>Using First Row as Headers</a:t>
            </a:r>
            <a:endParaRPr lang="en-IN" sz="3200" b="1" dirty="0">
              <a:solidFill>
                <a:schemeClr val="accent6"/>
              </a:solidFill>
            </a:endParaRPr>
          </a:p>
        </p:txBody>
      </p:sp>
      <p:sp>
        <p:nvSpPr>
          <p:cNvPr id="3" name="Content Placeholder 2">
            <a:extLst>
              <a:ext uri="{FF2B5EF4-FFF2-40B4-BE49-F238E27FC236}">
                <a16:creationId xmlns:a16="http://schemas.microsoft.com/office/drawing/2014/main" id="{A0F61F65-65E7-8AA3-C49A-EDBFA1A2E182}"/>
              </a:ext>
            </a:extLst>
          </p:cNvPr>
          <p:cNvSpPr>
            <a:spLocks noGrp="1"/>
          </p:cNvSpPr>
          <p:nvPr>
            <p:ph idx="1"/>
          </p:nvPr>
        </p:nvSpPr>
        <p:spPr>
          <a:xfrm>
            <a:off x="838200" y="1032388"/>
            <a:ext cx="10515600" cy="5144575"/>
          </a:xfrm>
        </p:spPr>
        <p:txBody>
          <a:bodyPr/>
          <a:lstStyle/>
          <a:p>
            <a:pPr marL="0" indent="0">
              <a:buNone/>
            </a:pPr>
            <a:r>
              <a:rPr lang="en-US" b="0" i="0" dirty="0">
                <a:solidFill>
                  <a:srgbClr val="E6E6E6"/>
                </a:solidFill>
                <a:effectLst/>
                <a:latin typeface="Segoe UI" panose="020B0502040204020203" pitchFamily="34" charset="0"/>
              </a:rPr>
              <a:t>The first step in shaping your initial data is to identify the column headers and names within the data and then evaluate where they are located to ensure that they are in the right place.</a:t>
            </a:r>
            <a:endParaRPr lang="en-IN" dirty="0"/>
          </a:p>
        </p:txBody>
      </p:sp>
      <p:pic>
        <p:nvPicPr>
          <p:cNvPr id="6" name="Picture 5">
            <a:extLst>
              <a:ext uri="{FF2B5EF4-FFF2-40B4-BE49-F238E27FC236}">
                <a16:creationId xmlns:a16="http://schemas.microsoft.com/office/drawing/2014/main" id="{1F66E998-2E31-DD11-C190-124F5D6AA183}"/>
              </a:ext>
            </a:extLst>
          </p:cNvPr>
          <p:cNvPicPr>
            <a:picLocks noChangeAspect="1"/>
          </p:cNvPicPr>
          <p:nvPr/>
        </p:nvPicPr>
        <p:blipFill>
          <a:blip r:embed="rId2"/>
          <a:stretch>
            <a:fillRect/>
          </a:stretch>
        </p:blipFill>
        <p:spPr>
          <a:xfrm>
            <a:off x="838200" y="2437362"/>
            <a:ext cx="9185909" cy="1766759"/>
          </a:xfrm>
          <a:prstGeom prst="rect">
            <a:avLst/>
          </a:prstGeom>
        </p:spPr>
      </p:pic>
      <p:pic>
        <p:nvPicPr>
          <p:cNvPr id="8" name="Picture 7">
            <a:extLst>
              <a:ext uri="{FF2B5EF4-FFF2-40B4-BE49-F238E27FC236}">
                <a16:creationId xmlns:a16="http://schemas.microsoft.com/office/drawing/2014/main" id="{5F26BD24-233F-4074-AA48-0188FECEB143}"/>
              </a:ext>
            </a:extLst>
          </p:cNvPr>
          <p:cNvPicPr>
            <a:picLocks noChangeAspect="1"/>
          </p:cNvPicPr>
          <p:nvPr/>
        </p:nvPicPr>
        <p:blipFill>
          <a:blip r:embed="rId3"/>
          <a:stretch>
            <a:fillRect/>
          </a:stretch>
        </p:blipFill>
        <p:spPr>
          <a:xfrm>
            <a:off x="838200" y="4838015"/>
            <a:ext cx="9185909" cy="1542160"/>
          </a:xfrm>
          <a:prstGeom prst="rect">
            <a:avLst/>
          </a:prstGeom>
        </p:spPr>
      </p:pic>
      <p:sp>
        <p:nvSpPr>
          <p:cNvPr id="9" name="Arrow: Down 8">
            <a:extLst>
              <a:ext uri="{FF2B5EF4-FFF2-40B4-BE49-F238E27FC236}">
                <a16:creationId xmlns:a16="http://schemas.microsoft.com/office/drawing/2014/main" id="{0199B51D-E968-4780-6DEC-9418CF5E5CCA}"/>
              </a:ext>
            </a:extLst>
          </p:cNvPr>
          <p:cNvSpPr/>
          <p:nvPr/>
        </p:nvSpPr>
        <p:spPr>
          <a:xfrm>
            <a:off x="5067360" y="4356328"/>
            <a:ext cx="363794" cy="3294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40962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F797743-3043-389F-537C-5D7CCCC4B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D5911-320D-21A1-1440-6211981D72C7}"/>
              </a:ext>
            </a:extLst>
          </p:cNvPr>
          <p:cNvSpPr>
            <a:spLocks noGrp="1"/>
          </p:cNvSpPr>
          <p:nvPr>
            <p:ph type="title"/>
          </p:nvPr>
        </p:nvSpPr>
        <p:spPr>
          <a:xfrm>
            <a:off x="838200" y="365126"/>
            <a:ext cx="10515600" cy="818204"/>
          </a:xfrm>
        </p:spPr>
        <p:txBody>
          <a:bodyPr>
            <a:normAutofit/>
          </a:bodyPr>
          <a:lstStyle/>
          <a:p>
            <a:r>
              <a:rPr lang="en-IN" sz="3200" b="1" dirty="0">
                <a:solidFill>
                  <a:schemeClr val="accent6"/>
                </a:solidFill>
              </a:rPr>
              <a:t>Renaming Columns</a:t>
            </a:r>
            <a:endParaRPr lang="en-IN" sz="3200" dirty="0">
              <a:solidFill>
                <a:schemeClr val="accent6"/>
              </a:solidFill>
            </a:endParaRPr>
          </a:p>
        </p:txBody>
      </p:sp>
      <p:sp>
        <p:nvSpPr>
          <p:cNvPr id="3" name="Content Placeholder 2">
            <a:extLst>
              <a:ext uri="{FF2B5EF4-FFF2-40B4-BE49-F238E27FC236}">
                <a16:creationId xmlns:a16="http://schemas.microsoft.com/office/drawing/2014/main" id="{E7C2840B-61CC-E733-C930-66E0448F41EE}"/>
              </a:ext>
            </a:extLst>
          </p:cNvPr>
          <p:cNvSpPr>
            <a:spLocks noGrp="1"/>
          </p:cNvSpPr>
          <p:nvPr>
            <p:ph idx="1"/>
          </p:nvPr>
        </p:nvSpPr>
        <p:spPr>
          <a:xfrm>
            <a:off x="838200" y="1183330"/>
            <a:ext cx="10515600" cy="4666864"/>
          </a:xfrm>
        </p:spPr>
        <p:txBody>
          <a:bodyPr>
            <a:normAutofit/>
          </a:bodyPr>
          <a:lstStyle/>
          <a:p>
            <a:pPr marL="0" indent="0">
              <a:buNone/>
            </a:pPr>
            <a:r>
              <a:rPr lang="en-US" dirty="0">
                <a:solidFill>
                  <a:schemeClr val="bg1"/>
                </a:solidFill>
              </a:rPr>
              <a:t>To rename the column right-click on the column header and select rename to enter new header name.</a:t>
            </a:r>
          </a:p>
          <a:p>
            <a:pPr marL="0" indent="0">
              <a:buNone/>
            </a:pPr>
            <a:endParaRPr lang="en-IN" dirty="0">
              <a:solidFill>
                <a:schemeClr val="bg1"/>
              </a:solidFill>
            </a:endParaRPr>
          </a:p>
          <a:p>
            <a:pPr marL="0" indent="0">
              <a:buNone/>
            </a:pPr>
            <a:endParaRPr lang="en-IN" dirty="0">
              <a:solidFill>
                <a:schemeClr val="bg1"/>
              </a:solidFill>
            </a:endParaRPr>
          </a:p>
          <a:p>
            <a:pPr marL="0" indent="0">
              <a:buNone/>
            </a:pPr>
            <a:endParaRPr lang="en-IN" dirty="0">
              <a:solidFill>
                <a:schemeClr val="bg1"/>
              </a:solidFill>
            </a:endParaRPr>
          </a:p>
          <a:p>
            <a:pPr marL="0" indent="0">
              <a:buNone/>
            </a:pPr>
            <a:endParaRPr lang="en-IN" dirty="0">
              <a:solidFill>
                <a:schemeClr val="bg1"/>
              </a:solidFill>
            </a:endParaRPr>
          </a:p>
          <a:p>
            <a:pPr marL="0" indent="0">
              <a:buNone/>
            </a:pPr>
            <a:endParaRPr lang="en-IN" dirty="0">
              <a:solidFill>
                <a:schemeClr val="bg1"/>
              </a:solidFill>
            </a:endParaRPr>
          </a:p>
          <a:p>
            <a:pPr marL="0" indent="0">
              <a:buNone/>
            </a:pPr>
            <a:endParaRPr lang="en-IN" dirty="0">
              <a:solidFill>
                <a:schemeClr val="bg1"/>
              </a:solidFill>
            </a:endParaRPr>
          </a:p>
          <a:p>
            <a:pPr marL="0" indent="0">
              <a:buNone/>
            </a:pPr>
            <a:r>
              <a:rPr lang="en-IN" dirty="0">
                <a:solidFill>
                  <a:schemeClr val="bg1"/>
                </a:solidFill>
              </a:rPr>
              <a:t>By this we can rename the column.</a:t>
            </a:r>
          </a:p>
        </p:txBody>
      </p:sp>
      <p:pic>
        <p:nvPicPr>
          <p:cNvPr id="5" name="Picture 4">
            <a:extLst>
              <a:ext uri="{FF2B5EF4-FFF2-40B4-BE49-F238E27FC236}">
                <a16:creationId xmlns:a16="http://schemas.microsoft.com/office/drawing/2014/main" id="{A3E83E2A-E6ED-7037-59E3-E4F662E1B041}"/>
              </a:ext>
            </a:extLst>
          </p:cNvPr>
          <p:cNvPicPr>
            <a:picLocks noChangeAspect="1"/>
          </p:cNvPicPr>
          <p:nvPr/>
        </p:nvPicPr>
        <p:blipFill>
          <a:blip r:embed="rId2"/>
          <a:stretch>
            <a:fillRect/>
          </a:stretch>
        </p:blipFill>
        <p:spPr>
          <a:xfrm>
            <a:off x="838200" y="2105482"/>
            <a:ext cx="2042743" cy="2790088"/>
          </a:xfrm>
          <a:prstGeom prst="rect">
            <a:avLst/>
          </a:prstGeom>
        </p:spPr>
      </p:pic>
    </p:spTree>
    <p:extLst>
      <p:ext uri="{BB962C8B-B14F-4D97-AF65-F5344CB8AC3E}">
        <p14:creationId xmlns:p14="http://schemas.microsoft.com/office/powerpoint/2010/main" val="4227516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2809FFD-E92B-0872-5CE1-FB1AD6780E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585E4-E16A-A503-EE94-64D4491DC6CD}"/>
              </a:ext>
            </a:extLst>
          </p:cNvPr>
          <p:cNvSpPr>
            <a:spLocks noGrp="1"/>
          </p:cNvSpPr>
          <p:nvPr>
            <p:ph type="title"/>
          </p:nvPr>
        </p:nvSpPr>
        <p:spPr>
          <a:xfrm>
            <a:off x="838200" y="365125"/>
            <a:ext cx="10515600" cy="863907"/>
          </a:xfrm>
        </p:spPr>
        <p:txBody>
          <a:bodyPr>
            <a:normAutofit/>
          </a:bodyPr>
          <a:lstStyle/>
          <a:p>
            <a:r>
              <a:rPr lang="en-US" sz="3200" b="1" dirty="0">
                <a:solidFill>
                  <a:schemeClr val="accent6"/>
                </a:solidFill>
              </a:rPr>
              <a:t>Removing Column</a:t>
            </a:r>
            <a:endParaRPr lang="en-IN" sz="3200" b="1" dirty="0">
              <a:solidFill>
                <a:schemeClr val="accent6"/>
              </a:solidFill>
            </a:endParaRPr>
          </a:p>
        </p:txBody>
      </p:sp>
      <p:sp>
        <p:nvSpPr>
          <p:cNvPr id="3" name="Content Placeholder 2">
            <a:extLst>
              <a:ext uri="{FF2B5EF4-FFF2-40B4-BE49-F238E27FC236}">
                <a16:creationId xmlns:a16="http://schemas.microsoft.com/office/drawing/2014/main" id="{070DE160-E642-B024-5F7C-A2E6C7B7D64C}"/>
              </a:ext>
            </a:extLst>
          </p:cNvPr>
          <p:cNvSpPr>
            <a:spLocks noGrp="1"/>
          </p:cNvSpPr>
          <p:nvPr>
            <p:ph idx="1"/>
          </p:nvPr>
        </p:nvSpPr>
        <p:spPr>
          <a:xfrm>
            <a:off x="838200" y="1229032"/>
            <a:ext cx="10515600" cy="5407742"/>
          </a:xfrm>
        </p:spPr>
        <p:txBody>
          <a:bodyPr>
            <a:normAutofit fontScale="70000" lnSpcReduction="20000"/>
          </a:bodyPr>
          <a:lstStyle/>
          <a:p>
            <a:pPr marL="0" indent="0">
              <a:buNone/>
            </a:pPr>
            <a:r>
              <a:rPr lang="en-US" dirty="0">
                <a:solidFill>
                  <a:schemeClr val="bg1"/>
                </a:solidFill>
              </a:rPr>
              <a:t>A key step in the data shaping process is to remove unnecessary columns. It is much better to remove columns as early as possible. One way to remove columns would be to limit the column when you get data from data source. For instance, if you are extracting data from a relational database by using SQL, you would want to limit the column that you extract by using a column list in the SELECT statement.</a:t>
            </a:r>
          </a:p>
          <a:p>
            <a:pPr marL="0" indent="0">
              <a:buNone/>
            </a:pPr>
            <a:r>
              <a:rPr lang="en-US" dirty="0">
                <a:solidFill>
                  <a:schemeClr val="bg1"/>
                </a:solidFill>
              </a:rPr>
              <a:t>Removing columns at an early stage in the process rather than later is best, especially when you have established relationships between your tables. Removing unnecessary columns will help you to focus on the data that you need and help improve the overall performance of your Power BI Desktop semantic models and reports.</a:t>
            </a:r>
          </a:p>
          <a:p>
            <a:pPr marL="0" indent="0">
              <a:buNone/>
            </a:pPr>
            <a:r>
              <a:rPr lang="en-US" dirty="0">
                <a:solidFill>
                  <a:schemeClr val="bg1"/>
                </a:solidFill>
              </a:rPr>
              <a:t>Examine each column and ask yourself if you really need the data that it contains. If you don't plan on using that data in a report, the column adds no value to your semantic model. Therefore, the column should be removed. You can always add the column later, if your requirements change over time.</a:t>
            </a:r>
          </a:p>
          <a:p>
            <a:pPr marL="0" indent="0">
              <a:buNone/>
            </a:pPr>
            <a:r>
              <a:rPr lang="en-US" dirty="0">
                <a:solidFill>
                  <a:schemeClr val="bg1"/>
                </a:solidFill>
              </a:rPr>
              <a:t>You can remove columns in two ways. The first method is</a:t>
            </a:r>
          </a:p>
          <a:p>
            <a:pPr marL="0" indent="0">
              <a:buNone/>
            </a:pPr>
            <a:r>
              <a:rPr lang="en-US" dirty="0">
                <a:solidFill>
                  <a:schemeClr val="bg1"/>
                </a:solidFill>
              </a:rPr>
              <a:t> to select the columns that you want to remove and then, </a:t>
            </a:r>
          </a:p>
          <a:p>
            <a:pPr marL="0" indent="0">
              <a:buNone/>
            </a:pPr>
            <a:r>
              <a:rPr lang="en-US" dirty="0">
                <a:solidFill>
                  <a:schemeClr val="bg1"/>
                </a:solidFill>
              </a:rPr>
              <a:t>on the Home tab, select Remove Columns.</a:t>
            </a:r>
          </a:p>
          <a:p>
            <a:pPr marL="0" indent="0">
              <a:buNone/>
            </a:pPr>
            <a:r>
              <a:rPr lang="en-US" dirty="0">
                <a:solidFill>
                  <a:schemeClr val="bg1"/>
                </a:solidFill>
              </a:rPr>
              <a:t>Alternatively, you can select the columns that you want</a:t>
            </a:r>
          </a:p>
          <a:p>
            <a:pPr marL="0" indent="0">
              <a:buNone/>
            </a:pPr>
            <a:r>
              <a:rPr lang="en-US" dirty="0">
                <a:solidFill>
                  <a:schemeClr val="bg1"/>
                </a:solidFill>
              </a:rPr>
              <a:t> to keep and then, on the Home tab, select Remove</a:t>
            </a:r>
          </a:p>
          <a:p>
            <a:pPr marL="0" indent="0">
              <a:buNone/>
            </a:pPr>
            <a:r>
              <a:rPr lang="en-US" dirty="0">
                <a:solidFill>
                  <a:schemeClr val="bg1"/>
                </a:solidFill>
              </a:rPr>
              <a:t> Columns &gt; Remove Other Columns.</a:t>
            </a:r>
          </a:p>
          <a:p>
            <a:pPr marL="0" indent="0">
              <a:buNone/>
            </a:pPr>
            <a:endParaRPr lang="en-US" dirty="0">
              <a:solidFill>
                <a:schemeClr val="bg1"/>
              </a:solidFill>
            </a:endParaRPr>
          </a:p>
          <a:p>
            <a:pPr marL="0" indent="0">
              <a:buNone/>
            </a:pPr>
            <a:endParaRPr lang="en-IN" dirty="0">
              <a:solidFill>
                <a:schemeClr val="bg1"/>
              </a:solidFill>
            </a:endParaRPr>
          </a:p>
        </p:txBody>
      </p:sp>
      <p:pic>
        <p:nvPicPr>
          <p:cNvPr id="5" name="Picture 4">
            <a:extLst>
              <a:ext uri="{FF2B5EF4-FFF2-40B4-BE49-F238E27FC236}">
                <a16:creationId xmlns:a16="http://schemas.microsoft.com/office/drawing/2014/main" id="{5FD4B185-BFB6-1CB6-9781-E02303C40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1475" y="4494614"/>
            <a:ext cx="1963808" cy="1998261"/>
          </a:xfrm>
          <a:prstGeom prst="rect">
            <a:avLst/>
          </a:prstGeom>
        </p:spPr>
      </p:pic>
      <p:pic>
        <p:nvPicPr>
          <p:cNvPr id="7" name="Picture 6">
            <a:extLst>
              <a:ext uri="{FF2B5EF4-FFF2-40B4-BE49-F238E27FC236}">
                <a16:creationId xmlns:a16="http://schemas.microsoft.com/office/drawing/2014/main" id="{FC5DBE25-2B6B-E7BE-57DC-2E7812FEFB90}"/>
              </a:ext>
            </a:extLst>
          </p:cNvPr>
          <p:cNvPicPr>
            <a:picLocks noChangeAspect="1"/>
          </p:cNvPicPr>
          <p:nvPr/>
        </p:nvPicPr>
        <p:blipFill>
          <a:blip r:embed="rId3"/>
          <a:stretch>
            <a:fillRect/>
          </a:stretch>
        </p:blipFill>
        <p:spPr>
          <a:xfrm>
            <a:off x="10059522" y="4494614"/>
            <a:ext cx="1574387" cy="1998261"/>
          </a:xfrm>
          <a:prstGeom prst="rect">
            <a:avLst/>
          </a:prstGeom>
        </p:spPr>
      </p:pic>
    </p:spTree>
    <p:extLst>
      <p:ext uri="{BB962C8B-B14F-4D97-AF65-F5344CB8AC3E}">
        <p14:creationId xmlns:p14="http://schemas.microsoft.com/office/powerpoint/2010/main" val="1702427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418262B-92ED-6F90-EF2F-592C3D1CB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C9C9A-3FD5-6EF5-DBA8-BD96541BE603}"/>
              </a:ext>
            </a:extLst>
          </p:cNvPr>
          <p:cNvSpPr>
            <a:spLocks noGrp="1"/>
          </p:cNvSpPr>
          <p:nvPr>
            <p:ph type="title"/>
          </p:nvPr>
        </p:nvSpPr>
        <p:spPr>
          <a:xfrm>
            <a:off x="838200" y="365126"/>
            <a:ext cx="10515600" cy="804914"/>
          </a:xfrm>
        </p:spPr>
        <p:txBody>
          <a:bodyPr/>
          <a:lstStyle/>
          <a:p>
            <a:r>
              <a:rPr lang="en-IN" dirty="0">
                <a:solidFill>
                  <a:schemeClr val="accent5"/>
                </a:solidFill>
              </a:rPr>
              <a:t> </a:t>
            </a:r>
            <a:r>
              <a:rPr lang="en-IN" dirty="0">
                <a:solidFill>
                  <a:schemeClr val="accent6"/>
                </a:solidFill>
              </a:rPr>
              <a:t>Detecting &amp; Changing Data Types</a:t>
            </a:r>
          </a:p>
        </p:txBody>
      </p:sp>
      <p:sp>
        <p:nvSpPr>
          <p:cNvPr id="3" name="Content Placeholder 2">
            <a:extLst>
              <a:ext uri="{FF2B5EF4-FFF2-40B4-BE49-F238E27FC236}">
                <a16:creationId xmlns:a16="http://schemas.microsoft.com/office/drawing/2014/main" id="{0A4C832E-DC0E-E0D0-F480-1FD9646343C9}"/>
              </a:ext>
            </a:extLst>
          </p:cNvPr>
          <p:cNvSpPr>
            <a:spLocks noGrp="1"/>
          </p:cNvSpPr>
          <p:nvPr>
            <p:ph idx="1"/>
          </p:nvPr>
        </p:nvSpPr>
        <p:spPr>
          <a:xfrm>
            <a:off x="838200" y="1170040"/>
            <a:ext cx="10515600" cy="5006923"/>
          </a:xfrm>
        </p:spPr>
        <p:txBody>
          <a:bodyPr/>
          <a:lstStyle/>
          <a:p>
            <a:pPr marL="0" indent="0">
              <a:buNone/>
            </a:pPr>
            <a:r>
              <a:rPr lang="en-US" dirty="0">
                <a:solidFill>
                  <a:schemeClr val="bg1"/>
                </a:solidFill>
              </a:rPr>
              <a:t>To change the datatype of the column data we have to select the column and then follow the steps as </a:t>
            </a:r>
          </a:p>
          <a:p>
            <a:pPr marL="0" indent="0">
              <a:buNone/>
            </a:pPr>
            <a:r>
              <a:rPr lang="en-US" dirty="0">
                <a:solidFill>
                  <a:schemeClr val="bg1"/>
                </a:solidFill>
              </a:rPr>
              <a:t>Transform        Any Column          </a:t>
            </a:r>
            <a:r>
              <a:rPr lang="en-US" dirty="0" err="1">
                <a:solidFill>
                  <a:schemeClr val="bg1"/>
                </a:solidFill>
              </a:rPr>
              <a:t>DataType</a:t>
            </a:r>
            <a:endParaRPr lang="en-IN" dirty="0">
              <a:solidFill>
                <a:schemeClr val="bg1"/>
              </a:solidFill>
            </a:endParaRPr>
          </a:p>
        </p:txBody>
      </p:sp>
      <p:pic>
        <p:nvPicPr>
          <p:cNvPr id="5" name="Picture 4">
            <a:extLst>
              <a:ext uri="{FF2B5EF4-FFF2-40B4-BE49-F238E27FC236}">
                <a16:creationId xmlns:a16="http://schemas.microsoft.com/office/drawing/2014/main" id="{25CC5676-DC55-6EDB-F3F2-C486A468E49E}"/>
              </a:ext>
            </a:extLst>
          </p:cNvPr>
          <p:cNvPicPr>
            <a:picLocks noChangeAspect="1"/>
          </p:cNvPicPr>
          <p:nvPr/>
        </p:nvPicPr>
        <p:blipFill>
          <a:blip r:embed="rId2"/>
          <a:stretch>
            <a:fillRect/>
          </a:stretch>
        </p:blipFill>
        <p:spPr>
          <a:xfrm>
            <a:off x="838200" y="2664542"/>
            <a:ext cx="1723434" cy="3610298"/>
          </a:xfrm>
          <a:prstGeom prst="rect">
            <a:avLst/>
          </a:prstGeom>
        </p:spPr>
      </p:pic>
      <p:cxnSp>
        <p:nvCxnSpPr>
          <p:cNvPr id="8" name="Straight Arrow Connector 7">
            <a:extLst>
              <a:ext uri="{FF2B5EF4-FFF2-40B4-BE49-F238E27FC236}">
                <a16:creationId xmlns:a16="http://schemas.microsoft.com/office/drawing/2014/main" id="{CDCB1CC0-70D6-E83E-0D69-F4E08759CDF2}"/>
              </a:ext>
            </a:extLst>
          </p:cNvPr>
          <p:cNvCxnSpPr/>
          <p:nvPr/>
        </p:nvCxnSpPr>
        <p:spPr>
          <a:xfrm>
            <a:off x="2561634" y="2320413"/>
            <a:ext cx="4175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BA3D53F-8E91-E0C1-7942-E2E688A300CE}"/>
              </a:ext>
            </a:extLst>
          </p:cNvPr>
          <p:cNvCxnSpPr/>
          <p:nvPr/>
        </p:nvCxnSpPr>
        <p:spPr>
          <a:xfrm>
            <a:off x="4935794" y="2320413"/>
            <a:ext cx="52110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1074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5CFAB29-9B9B-55E5-B678-F6919E3FAB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64E4AE-E6BB-1E48-01A4-147DBDECA91B}"/>
              </a:ext>
            </a:extLst>
          </p:cNvPr>
          <p:cNvSpPr>
            <a:spLocks noGrp="1"/>
          </p:cNvSpPr>
          <p:nvPr>
            <p:ph type="title"/>
          </p:nvPr>
        </p:nvSpPr>
        <p:spPr>
          <a:xfrm>
            <a:off x="838200" y="365126"/>
            <a:ext cx="10515600" cy="873740"/>
          </a:xfrm>
        </p:spPr>
        <p:txBody>
          <a:bodyPr>
            <a:normAutofit/>
          </a:bodyPr>
          <a:lstStyle/>
          <a:p>
            <a:r>
              <a:rPr lang="en-US" sz="3200" b="1" dirty="0">
                <a:solidFill>
                  <a:schemeClr val="accent6"/>
                </a:solidFill>
              </a:rPr>
              <a:t>Renaming Table</a:t>
            </a:r>
            <a:endParaRPr lang="en-IN" sz="3200" b="1" dirty="0">
              <a:solidFill>
                <a:schemeClr val="accent6"/>
              </a:solidFill>
            </a:endParaRPr>
          </a:p>
        </p:txBody>
      </p:sp>
      <p:sp>
        <p:nvSpPr>
          <p:cNvPr id="3" name="Content Placeholder 2">
            <a:extLst>
              <a:ext uri="{FF2B5EF4-FFF2-40B4-BE49-F238E27FC236}">
                <a16:creationId xmlns:a16="http://schemas.microsoft.com/office/drawing/2014/main" id="{FFFB9FA8-3DA3-A5A8-372B-45B83F392D66}"/>
              </a:ext>
            </a:extLst>
          </p:cNvPr>
          <p:cNvSpPr>
            <a:spLocks noGrp="1"/>
          </p:cNvSpPr>
          <p:nvPr>
            <p:ph idx="1"/>
          </p:nvPr>
        </p:nvSpPr>
        <p:spPr>
          <a:xfrm>
            <a:off x="838200" y="1238866"/>
            <a:ext cx="10515600" cy="4938097"/>
          </a:xfrm>
        </p:spPr>
        <p:txBody>
          <a:bodyPr>
            <a:normAutofit/>
          </a:bodyPr>
          <a:lstStyle/>
          <a:p>
            <a:pPr marL="0" indent="0">
              <a:buNone/>
            </a:pPr>
            <a:r>
              <a:rPr lang="en-US" dirty="0">
                <a:solidFill>
                  <a:schemeClr val="bg1"/>
                </a:solidFill>
              </a:rPr>
              <a:t>It's good practice to change uncommon or unhelpful query names to names that are more obvious or that the user is more familiar with. For instance, if you import a product fact table into Power BI Desktop and the query name displays as </a:t>
            </a:r>
            <a:r>
              <a:rPr lang="en-US" dirty="0" err="1">
                <a:solidFill>
                  <a:schemeClr val="bg1"/>
                </a:solidFill>
              </a:rPr>
              <a:t>FactAirQuality</a:t>
            </a:r>
            <a:r>
              <a:rPr lang="en-US" dirty="0">
                <a:solidFill>
                  <a:schemeClr val="bg1"/>
                </a:solidFill>
              </a:rPr>
              <a:t>, you might want to change it to a more user-friendly name, such as </a:t>
            </a:r>
            <a:r>
              <a:rPr lang="en-US" dirty="0" err="1">
                <a:solidFill>
                  <a:schemeClr val="bg1"/>
                </a:solidFill>
              </a:rPr>
              <a:t>AirQuality</a:t>
            </a:r>
            <a:r>
              <a:rPr lang="en-US" dirty="0">
                <a:solidFill>
                  <a:schemeClr val="bg1"/>
                </a:solidFill>
              </a:rPr>
              <a:t>.</a:t>
            </a:r>
          </a:p>
        </p:txBody>
      </p:sp>
      <p:pic>
        <p:nvPicPr>
          <p:cNvPr id="4" name="Picture 3">
            <a:extLst>
              <a:ext uri="{FF2B5EF4-FFF2-40B4-BE49-F238E27FC236}">
                <a16:creationId xmlns:a16="http://schemas.microsoft.com/office/drawing/2014/main" id="{9834A63C-C4AD-6F70-F416-ABF94A141E95}"/>
              </a:ext>
            </a:extLst>
          </p:cNvPr>
          <p:cNvPicPr>
            <a:picLocks noChangeAspect="1"/>
          </p:cNvPicPr>
          <p:nvPr/>
        </p:nvPicPr>
        <p:blipFill>
          <a:blip r:embed="rId2"/>
          <a:stretch>
            <a:fillRect/>
          </a:stretch>
        </p:blipFill>
        <p:spPr>
          <a:xfrm>
            <a:off x="838200" y="3294496"/>
            <a:ext cx="2094117" cy="3025495"/>
          </a:xfrm>
          <a:prstGeom prst="rect">
            <a:avLst/>
          </a:prstGeom>
        </p:spPr>
      </p:pic>
    </p:spTree>
    <p:extLst>
      <p:ext uri="{BB962C8B-B14F-4D97-AF65-F5344CB8AC3E}">
        <p14:creationId xmlns:p14="http://schemas.microsoft.com/office/powerpoint/2010/main" val="68944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05D8C81-998A-7018-FCA2-F630668365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EDAA1-FEE8-4A34-33D5-E7A5506C6A95}"/>
              </a:ext>
            </a:extLst>
          </p:cNvPr>
          <p:cNvSpPr>
            <a:spLocks noGrp="1"/>
          </p:cNvSpPr>
          <p:nvPr>
            <p:ph type="title"/>
          </p:nvPr>
        </p:nvSpPr>
        <p:spPr>
          <a:xfrm>
            <a:off x="838200" y="365125"/>
            <a:ext cx="10515600" cy="863907"/>
          </a:xfrm>
        </p:spPr>
        <p:txBody>
          <a:bodyPr/>
          <a:lstStyle/>
          <a:p>
            <a:r>
              <a:rPr lang="en-IN" b="1" dirty="0">
                <a:solidFill>
                  <a:schemeClr val="accent6"/>
                </a:solidFill>
              </a:rPr>
              <a:t>Removing &amp; Nulls</a:t>
            </a:r>
          </a:p>
        </p:txBody>
      </p:sp>
      <p:sp>
        <p:nvSpPr>
          <p:cNvPr id="3" name="Content Placeholder 2">
            <a:extLst>
              <a:ext uri="{FF2B5EF4-FFF2-40B4-BE49-F238E27FC236}">
                <a16:creationId xmlns:a16="http://schemas.microsoft.com/office/drawing/2014/main" id="{EFCDF1D6-010D-478B-8291-7120D65D5B41}"/>
              </a:ext>
            </a:extLst>
          </p:cNvPr>
          <p:cNvSpPr>
            <a:spLocks noGrp="1"/>
          </p:cNvSpPr>
          <p:nvPr>
            <p:ph idx="1"/>
          </p:nvPr>
        </p:nvSpPr>
        <p:spPr>
          <a:xfrm>
            <a:off x="838200" y="1229032"/>
            <a:ext cx="10515600" cy="4947931"/>
          </a:xfrm>
        </p:spPr>
        <p:txBody>
          <a:bodyPr/>
          <a:lstStyle/>
          <a:p>
            <a:pPr marL="0" indent="0">
              <a:buNone/>
            </a:pPr>
            <a:r>
              <a:rPr lang="en-US" dirty="0">
                <a:solidFill>
                  <a:schemeClr val="bg1"/>
                </a:solidFill>
              </a:rPr>
              <a:t>Occasionally, you might find that your data sources contain null values. For example, a freight amount on a sales order might have a null value if it's synonymous with zero. If the value stays null, the averages will not calculate correctly. One solution would be to change the nulls to zero, which will produce the more accurate freight average. In this instance, using the same steps that you followed previously will help you replace the null values with zero.</a:t>
            </a:r>
            <a:endParaRPr lang="en-IN" dirty="0">
              <a:solidFill>
                <a:schemeClr val="bg1"/>
              </a:solidFill>
            </a:endParaRPr>
          </a:p>
        </p:txBody>
      </p:sp>
      <p:pic>
        <p:nvPicPr>
          <p:cNvPr id="5" name="Picture 4">
            <a:extLst>
              <a:ext uri="{FF2B5EF4-FFF2-40B4-BE49-F238E27FC236}">
                <a16:creationId xmlns:a16="http://schemas.microsoft.com/office/drawing/2014/main" id="{AE192D06-7528-CE7E-DAAC-71FEB94C199D}"/>
              </a:ext>
            </a:extLst>
          </p:cNvPr>
          <p:cNvPicPr>
            <a:picLocks noChangeAspect="1"/>
          </p:cNvPicPr>
          <p:nvPr/>
        </p:nvPicPr>
        <p:blipFill>
          <a:blip r:embed="rId2"/>
          <a:stretch>
            <a:fillRect/>
          </a:stretch>
        </p:blipFill>
        <p:spPr>
          <a:xfrm>
            <a:off x="838200" y="4010371"/>
            <a:ext cx="6364236" cy="2580826"/>
          </a:xfrm>
          <a:prstGeom prst="rect">
            <a:avLst/>
          </a:prstGeom>
        </p:spPr>
      </p:pic>
    </p:spTree>
    <p:extLst>
      <p:ext uri="{BB962C8B-B14F-4D97-AF65-F5344CB8AC3E}">
        <p14:creationId xmlns:p14="http://schemas.microsoft.com/office/powerpoint/2010/main" val="779633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A788C32-ABB3-6592-BF23-5A37E94CC5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EA9BC-B378-1B06-C972-FF2598D88A07}"/>
              </a:ext>
            </a:extLst>
          </p:cNvPr>
          <p:cNvSpPr>
            <a:spLocks noGrp="1"/>
          </p:cNvSpPr>
          <p:nvPr>
            <p:ph type="title"/>
          </p:nvPr>
        </p:nvSpPr>
        <p:spPr>
          <a:xfrm>
            <a:off x="838200" y="365126"/>
            <a:ext cx="10515600" cy="755752"/>
          </a:xfrm>
        </p:spPr>
        <p:txBody>
          <a:bodyPr/>
          <a:lstStyle/>
          <a:p>
            <a:r>
              <a:rPr lang="en-IN" b="1" i="0" dirty="0">
                <a:solidFill>
                  <a:schemeClr val="accent6"/>
                </a:solidFill>
                <a:effectLst/>
                <a:latin typeface="Segoe UI" panose="020B0502040204020203" pitchFamily="34" charset="0"/>
              </a:rPr>
              <a:t>Remove duplicates</a:t>
            </a:r>
            <a:endParaRPr lang="en-IN" dirty="0">
              <a:solidFill>
                <a:schemeClr val="accent6"/>
              </a:solidFill>
            </a:endParaRPr>
          </a:p>
        </p:txBody>
      </p:sp>
      <p:sp>
        <p:nvSpPr>
          <p:cNvPr id="3" name="Content Placeholder 2">
            <a:extLst>
              <a:ext uri="{FF2B5EF4-FFF2-40B4-BE49-F238E27FC236}">
                <a16:creationId xmlns:a16="http://schemas.microsoft.com/office/drawing/2014/main" id="{E3F84F52-7596-7448-8129-368556EC8933}"/>
              </a:ext>
            </a:extLst>
          </p:cNvPr>
          <p:cNvSpPr>
            <a:spLocks noGrp="1"/>
          </p:cNvSpPr>
          <p:nvPr>
            <p:ph idx="1"/>
          </p:nvPr>
        </p:nvSpPr>
        <p:spPr>
          <a:xfrm>
            <a:off x="838200" y="1120878"/>
            <a:ext cx="10515600" cy="5056085"/>
          </a:xfrm>
        </p:spPr>
        <p:txBody>
          <a:bodyPr/>
          <a:lstStyle/>
          <a:p>
            <a:pPr marL="0" indent="0">
              <a:buNone/>
            </a:pPr>
            <a:r>
              <a:rPr lang="en-US" dirty="0">
                <a:solidFill>
                  <a:schemeClr val="bg1"/>
                </a:solidFill>
              </a:rPr>
              <a:t>You can also remove duplicates from columns to only keep unique names in a selected column by using the Remove Duplicates feature in Power Query.</a:t>
            </a:r>
            <a:endParaRPr lang="en-IN" dirty="0">
              <a:solidFill>
                <a:schemeClr val="bg1"/>
              </a:solidFill>
            </a:endParaRPr>
          </a:p>
        </p:txBody>
      </p:sp>
      <p:pic>
        <p:nvPicPr>
          <p:cNvPr id="7" name="Picture 6">
            <a:extLst>
              <a:ext uri="{FF2B5EF4-FFF2-40B4-BE49-F238E27FC236}">
                <a16:creationId xmlns:a16="http://schemas.microsoft.com/office/drawing/2014/main" id="{908FCDBB-5490-DC66-17B9-61756597FE41}"/>
              </a:ext>
            </a:extLst>
          </p:cNvPr>
          <p:cNvPicPr>
            <a:picLocks noChangeAspect="1"/>
          </p:cNvPicPr>
          <p:nvPr/>
        </p:nvPicPr>
        <p:blipFill>
          <a:blip r:embed="rId2"/>
          <a:stretch>
            <a:fillRect/>
          </a:stretch>
        </p:blipFill>
        <p:spPr>
          <a:xfrm>
            <a:off x="838200" y="2448232"/>
            <a:ext cx="2935682" cy="3582526"/>
          </a:xfrm>
          <a:prstGeom prst="rect">
            <a:avLst/>
          </a:prstGeom>
        </p:spPr>
      </p:pic>
    </p:spTree>
    <p:extLst>
      <p:ext uri="{BB962C8B-B14F-4D97-AF65-F5344CB8AC3E}">
        <p14:creationId xmlns:p14="http://schemas.microsoft.com/office/powerpoint/2010/main" val="2660063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CAD2F43-7C0B-5347-7052-A2BB1D12C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FA9579-D80C-2062-7FE4-3D7E5A7A2CFF}"/>
              </a:ext>
            </a:extLst>
          </p:cNvPr>
          <p:cNvSpPr>
            <a:spLocks noGrp="1"/>
          </p:cNvSpPr>
          <p:nvPr>
            <p:ph type="title"/>
          </p:nvPr>
        </p:nvSpPr>
        <p:spPr>
          <a:xfrm>
            <a:off x="838200" y="365126"/>
            <a:ext cx="10515600" cy="903236"/>
          </a:xfrm>
        </p:spPr>
        <p:txBody>
          <a:bodyPr/>
          <a:lstStyle/>
          <a:p>
            <a:r>
              <a:rPr lang="en-US" b="1" dirty="0">
                <a:solidFill>
                  <a:schemeClr val="accent5"/>
                </a:solidFill>
              </a:rPr>
              <a:t>Data Modeling</a:t>
            </a:r>
            <a:endParaRPr lang="en-IN" b="1" dirty="0">
              <a:solidFill>
                <a:schemeClr val="accent5"/>
              </a:solidFill>
            </a:endParaRPr>
          </a:p>
        </p:txBody>
      </p:sp>
      <p:sp>
        <p:nvSpPr>
          <p:cNvPr id="3" name="Content Placeholder 2">
            <a:extLst>
              <a:ext uri="{FF2B5EF4-FFF2-40B4-BE49-F238E27FC236}">
                <a16:creationId xmlns:a16="http://schemas.microsoft.com/office/drawing/2014/main" id="{851BBE36-2F51-7688-BED3-3CE154DAC632}"/>
              </a:ext>
            </a:extLst>
          </p:cNvPr>
          <p:cNvSpPr>
            <a:spLocks noGrp="1"/>
          </p:cNvSpPr>
          <p:nvPr>
            <p:ph idx="1"/>
          </p:nvPr>
        </p:nvSpPr>
        <p:spPr>
          <a:xfrm>
            <a:off x="838200" y="1268362"/>
            <a:ext cx="10515600" cy="4908601"/>
          </a:xfrm>
        </p:spPr>
        <p:txBody>
          <a:bodyPr>
            <a:normAutofit fontScale="70000" lnSpcReduction="20000"/>
          </a:bodyPr>
          <a:lstStyle/>
          <a:p>
            <a:pPr marL="0" indent="0">
              <a:buNone/>
            </a:pPr>
            <a:r>
              <a:rPr lang="en-IN" dirty="0">
                <a:solidFill>
                  <a:schemeClr val="accent6"/>
                </a:solidFill>
              </a:rPr>
              <a:t>Fact Table:</a:t>
            </a:r>
          </a:p>
          <a:p>
            <a:r>
              <a:rPr lang="en-IN" dirty="0" err="1">
                <a:solidFill>
                  <a:schemeClr val="bg1"/>
                </a:solidFill>
              </a:rPr>
              <a:t>factAirQuality</a:t>
            </a:r>
            <a:r>
              <a:rPr lang="en-IN" dirty="0">
                <a:solidFill>
                  <a:schemeClr val="bg1"/>
                </a:solidFill>
              </a:rPr>
              <a:t> (based on </a:t>
            </a:r>
            <a:r>
              <a:rPr lang="en-IN" dirty="0" err="1">
                <a:solidFill>
                  <a:schemeClr val="bg1"/>
                </a:solidFill>
              </a:rPr>
              <a:t>city_day</a:t>
            </a:r>
            <a:r>
              <a:rPr lang="en-IN" dirty="0">
                <a:solidFill>
                  <a:schemeClr val="bg1"/>
                </a:solidFill>
              </a:rPr>
              <a:t>): Contains measurable values like AQI, pollutants, date, and city.</a:t>
            </a:r>
          </a:p>
          <a:p>
            <a:pPr marL="0" indent="0">
              <a:buNone/>
            </a:pPr>
            <a:r>
              <a:rPr lang="en-IN" dirty="0">
                <a:solidFill>
                  <a:schemeClr val="accent6"/>
                </a:solidFill>
              </a:rPr>
              <a:t>Dimension Tables Created:</a:t>
            </a:r>
          </a:p>
          <a:p>
            <a:r>
              <a:rPr lang="en-IN" dirty="0" err="1">
                <a:solidFill>
                  <a:schemeClr val="bg1"/>
                </a:solidFill>
              </a:rPr>
              <a:t>dimCity</a:t>
            </a:r>
            <a:r>
              <a:rPr lang="en-IN" dirty="0">
                <a:solidFill>
                  <a:schemeClr val="bg1"/>
                </a:solidFill>
              </a:rPr>
              <a:t> – City names, used for filtering and slicing.</a:t>
            </a:r>
          </a:p>
          <a:p>
            <a:r>
              <a:rPr lang="en-IN" dirty="0" err="1">
                <a:solidFill>
                  <a:schemeClr val="bg1"/>
                </a:solidFill>
              </a:rPr>
              <a:t>dimDate</a:t>
            </a:r>
            <a:r>
              <a:rPr lang="en-IN" dirty="0">
                <a:solidFill>
                  <a:schemeClr val="bg1"/>
                </a:solidFill>
              </a:rPr>
              <a:t> – Custom date table with Year, Month, Quarter, Day.</a:t>
            </a:r>
          </a:p>
          <a:p>
            <a:r>
              <a:rPr lang="en-IN" dirty="0" err="1">
                <a:solidFill>
                  <a:schemeClr val="bg1"/>
                </a:solidFill>
              </a:rPr>
              <a:t>dimAQIBucket</a:t>
            </a:r>
            <a:r>
              <a:rPr lang="en-IN" dirty="0">
                <a:solidFill>
                  <a:schemeClr val="bg1"/>
                </a:solidFill>
              </a:rPr>
              <a:t> – Descriptions for AQI categories.</a:t>
            </a:r>
          </a:p>
          <a:p>
            <a:r>
              <a:rPr lang="en-IN" dirty="0" err="1">
                <a:solidFill>
                  <a:schemeClr val="bg1"/>
                </a:solidFill>
              </a:rPr>
              <a:t>dimPollutantType</a:t>
            </a:r>
            <a:r>
              <a:rPr lang="en-IN" dirty="0">
                <a:solidFill>
                  <a:schemeClr val="bg1"/>
                </a:solidFill>
              </a:rPr>
              <a:t> – Optional table for pollutant names.</a:t>
            </a:r>
          </a:p>
          <a:p>
            <a:pPr marL="0" indent="0">
              <a:buNone/>
            </a:pPr>
            <a:r>
              <a:rPr lang="en-IN" dirty="0">
                <a:solidFill>
                  <a:schemeClr val="accent6"/>
                </a:solidFill>
              </a:rPr>
              <a:t>Relationships: </a:t>
            </a:r>
          </a:p>
          <a:p>
            <a:r>
              <a:rPr lang="en-IN" dirty="0">
                <a:solidFill>
                  <a:schemeClr val="bg1"/>
                </a:solidFill>
              </a:rPr>
              <a:t>One-to-many relationships between </a:t>
            </a:r>
          </a:p>
          <a:p>
            <a:r>
              <a:rPr lang="en-IN" dirty="0" err="1">
                <a:solidFill>
                  <a:schemeClr val="bg1"/>
                </a:solidFill>
              </a:rPr>
              <a:t>factAirQuality</a:t>
            </a:r>
            <a:r>
              <a:rPr lang="en-IN" dirty="0">
                <a:solidFill>
                  <a:schemeClr val="bg1"/>
                </a:solidFill>
              </a:rPr>
              <a:t> and dimension </a:t>
            </a:r>
            <a:r>
              <a:rPr lang="en-IN" dirty="0" err="1">
                <a:solidFill>
                  <a:schemeClr val="bg1"/>
                </a:solidFill>
              </a:rPr>
              <a:t>tables.Ensured</a:t>
            </a:r>
            <a:r>
              <a:rPr lang="en-IN" dirty="0">
                <a:solidFill>
                  <a:schemeClr val="bg1"/>
                </a:solidFill>
              </a:rPr>
              <a:t> </a:t>
            </a:r>
          </a:p>
          <a:p>
            <a:r>
              <a:rPr lang="en-IN" dirty="0">
                <a:solidFill>
                  <a:schemeClr val="bg1"/>
                </a:solidFill>
              </a:rPr>
              <a:t>correct cardinality and cross-filter direction (mostly </a:t>
            </a:r>
          </a:p>
          <a:p>
            <a:r>
              <a:rPr lang="en-IN" dirty="0">
                <a:solidFill>
                  <a:schemeClr val="bg1"/>
                </a:solidFill>
              </a:rPr>
              <a:t>single).</a:t>
            </a:r>
          </a:p>
          <a:p>
            <a:pPr marL="0" indent="0">
              <a:buNone/>
            </a:pPr>
            <a:r>
              <a:rPr lang="en-IN" dirty="0">
                <a:solidFill>
                  <a:schemeClr val="accent6"/>
                </a:solidFill>
              </a:rPr>
              <a:t>Schema Design: </a:t>
            </a:r>
            <a:r>
              <a:rPr lang="en-IN" dirty="0">
                <a:solidFill>
                  <a:schemeClr val="bg1"/>
                </a:solidFill>
              </a:rPr>
              <a:t>Star Schema used for optimal performance</a:t>
            </a:r>
          </a:p>
          <a:p>
            <a:pPr marL="0" indent="0">
              <a:buNone/>
            </a:pPr>
            <a:r>
              <a:rPr lang="en-IN" dirty="0">
                <a:solidFill>
                  <a:schemeClr val="bg1"/>
                </a:solidFill>
              </a:rPr>
              <a:t> and simplicity.</a:t>
            </a:r>
          </a:p>
        </p:txBody>
      </p:sp>
      <p:pic>
        <p:nvPicPr>
          <p:cNvPr id="9" name="Picture 8">
            <a:extLst>
              <a:ext uri="{FF2B5EF4-FFF2-40B4-BE49-F238E27FC236}">
                <a16:creationId xmlns:a16="http://schemas.microsoft.com/office/drawing/2014/main" id="{2506F321-4A58-2005-5256-A16BA7114052}"/>
              </a:ext>
            </a:extLst>
          </p:cNvPr>
          <p:cNvPicPr>
            <a:picLocks noChangeAspect="1"/>
          </p:cNvPicPr>
          <p:nvPr/>
        </p:nvPicPr>
        <p:blipFill>
          <a:blip r:embed="rId2"/>
          <a:stretch>
            <a:fillRect/>
          </a:stretch>
        </p:blipFill>
        <p:spPr>
          <a:xfrm>
            <a:off x="7365591" y="3429000"/>
            <a:ext cx="4403011" cy="2371725"/>
          </a:xfrm>
          <a:prstGeom prst="rect">
            <a:avLst/>
          </a:prstGeom>
        </p:spPr>
      </p:pic>
    </p:spTree>
    <p:extLst>
      <p:ext uri="{BB962C8B-B14F-4D97-AF65-F5344CB8AC3E}">
        <p14:creationId xmlns:p14="http://schemas.microsoft.com/office/powerpoint/2010/main" val="41602553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49D96F9-7826-D706-F221-C0830DF51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73A764-6494-4D90-1626-C28423C92706}"/>
              </a:ext>
            </a:extLst>
          </p:cNvPr>
          <p:cNvSpPr>
            <a:spLocks noGrp="1"/>
          </p:cNvSpPr>
          <p:nvPr>
            <p:ph type="title"/>
          </p:nvPr>
        </p:nvSpPr>
        <p:spPr>
          <a:xfrm>
            <a:off x="838200" y="365126"/>
            <a:ext cx="10515600" cy="824578"/>
          </a:xfrm>
        </p:spPr>
        <p:txBody>
          <a:bodyPr/>
          <a:lstStyle/>
          <a:p>
            <a:r>
              <a:rPr lang="en-IN" dirty="0">
                <a:solidFill>
                  <a:schemeClr val="accent6"/>
                </a:solidFill>
              </a:rPr>
              <a:t>Creating &amp; Using </a:t>
            </a:r>
            <a:r>
              <a:rPr lang="en-IN" dirty="0" err="1">
                <a:solidFill>
                  <a:schemeClr val="accent6"/>
                </a:solidFill>
              </a:rPr>
              <a:t>dimDate</a:t>
            </a:r>
            <a:r>
              <a:rPr lang="en-IN" dirty="0">
                <a:solidFill>
                  <a:schemeClr val="accent6"/>
                </a:solidFill>
              </a:rPr>
              <a:t> Table</a:t>
            </a:r>
          </a:p>
        </p:txBody>
      </p:sp>
      <p:sp>
        <p:nvSpPr>
          <p:cNvPr id="3" name="Content Placeholder 2">
            <a:extLst>
              <a:ext uri="{FF2B5EF4-FFF2-40B4-BE49-F238E27FC236}">
                <a16:creationId xmlns:a16="http://schemas.microsoft.com/office/drawing/2014/main" id="{280F9C0E-AFA2-BEDB-0BFF-B8E3D5BDA19F}"/>
              </a:ext>
            </a:extLst>
          </p:cNvPr>
          <p:cNvSpPr>
            <a:spLocks noGrp="1"/>
          </p:cNvSpPr>
          <p:nvPr>
            <p:ph idx="1"/>
          </p:nvPr>
        </p:nvSpPr>
        <p:spPr>
          <a:xfrm>
            <a:off x="838200" y="1189704"/>
            <a:ext cx="10515600" cy="4987259"/>
          </a:xfrm>
        </p:spPr>
        <p:txBody>
          <a:bodyPr>
            <a:normAutofit fontScale="85000" lnSpcReduction="20000"/>
          </a:bodyPr>
          <a:lstStyle/>
          <a:p>
            <a:pPr marL="0" indent="0">
              <a:buNone/>
            </a:pPr>
            <a:r>
              <a:rPr lang="en-US" dirty="0">
                <a:solidFill>
                  <a:srgbClr val="FF0000"/>
                </a:solidFill>
              </a:rPr>
              <a:t>why </a:t>
            </a:r>
            <a:r>
              <a:rPr lang="en-US" dirty="0" err="1">
                <a:solidFill>
                  <a:srgbClr val="FF0000"/>
                </a:solidFill>
              </a:rPr>
              <a:t>dimDate</a:t>
            </a:r>
            <a:r>
              <a:rPr lang="en-US" dirty="0">
                <a:solidFill>
                  <a:srgbClr val="FF0000"/>
                </a:solidFill>
              </a:rPr>
              <a:t>?</a:t>
            </a:r>
          </a:p>
          <a:p>
            <a:r>
              <a:rPr lang="en-US" dirty="0">
                <a:solidFill>
                  <a:schemeClr val="bg1"/>
                </a:solidFill>
              </a:rPr>
              <a:t>Enables time-based analysis: Yearly, Monthly, Quarterly trends.</a:t>
            </a:r>
          </a:p>
          <a:p>
            <a:r>
              <a:rPr lang="en-US" dirty="0">
                <a:solidFill>
                  <a:schemeClr val="bg1"/>
                </a:solidFill>
              </a:rPr>
              <a:t>Required for date hierarchies in visuals (e.g., line/area charts).</a:t>
            </a:r>
          </a:p>
          <a:p>
            <a:pPr marL="0" indent="0">
              <a:buNone/>
            </a:pPr>
            <a:r>
              <a:rPr lang="en-US" dirty="0">
                <a:solidFill>
                  <a:schemeClr val="bg1"/>
                </a:solidFill>
              </a:rPr>
              <a:t>Steps to create </a:t>
            </a:r>
            <a:r>
              <a:rPr lang="en-US" dirty="0" err="1">
                <a:solidFill>
                  <a:schemeClr val="bg1"/>
                </a:solidFill>
              </a:rPr>
              <a:t>dimDate</a:t>
            </a:r>
            <a:r>
              <a:rPr lang="en-IN" dirty="0">
                <a:solidFill>
                  <a:schemeClr val="bg1"/>
                </a:solidFill>
              </a:rPr>
              <a:t>:</a:t>
            </a:r>
          </a:p>
          <a:p>
            <a:pPr marL="0" indent="0">
              <a:buNone/>
            </a:pPr>
            <a:r>
              <a:rPr lang="en-US" dirty="0">
                <a:solidFill>
                  <a:schemeClr val="bg1"/>
                </a:solidFill>
              </a:rPr>
              <a:t>Open Power BI &gt; Modeling &gt; New Table</a:t>
            </a:r>
          </a:p>
          <a:p>
            <a:pPr marL="0" indent="0">
              <a:buNone/>
            </a:pPr>
            <a:r>
              <a:rPr lang="en-US" dirty="0">
                <a:solidFill>
                  <a:schemeClr val="bg1"/>
                </a:solidFill>
              </a:rPr>
              <a:t>DAX formula:</a:t>
            </a:r>
          </a:p>
          <a:p>
            <a:pPr marL="0" indent="0">
              <a:buNone/>
            </a:pPr>
            <a:r>
              <a:rPr lang="en-US" dirty="0" err="1">
                <a:solidFill>
                  <a:schemeClr val="bg1"/>
                </a:solidFill>
              </a:rPr>
              <a:t>dimDate</a:t>
            </a:r>
            <a:r>
              <a:rPr lang="en-US" dirty="0">
                <a:solidFill>
                  <a:schemeClr val="bg1"/>
                </a:solidFill>
              </a:rPr>
              <a:t> = ADDCOLUMNS (</a:t>
            </a:r>
          </a:p>
          <a:p>
            <a:pPr marL="0" indent="0">
              <a:buNone/>
            </a:pPr>
            <a:r>
              <a:rPr lang="en-US" dirty="0">
                <a:solidFill>
                  <a:schemeClr val="bg1"/>
                </a:solidFill>
              </a:rPr>
              <a:t>    CALENDAR (DATE(2015,1,1), DATE(2024,12,31)),</a:t>
            </a:r>
          </a:p>
          <a:p>
            <a:pPr marL="0" indent="0">
              <a:buNone/>
            </a:pPr>
            <a:r>
              <a:rPr lang="en-US" dirty="0">
                <a:solidFill>
                  <a:schemeClr val="bg1"/>
                </a:solidFill>
              </a:rPr>
              <a:t>    "Year", YEAR([Date]),</a:t>
            </a:r>
          </a:p>
          <a:p>
            <a:pPr marL="0" indent="0">
              <a:buNone/>
            </a:pPr>
            <a:r>
              <a:rPr lang="en-US" dirty="0">
                <a:solidFill>
                  <a:schemeClr val="bg1"/>
                </a:solidFill>
              </a:rPr>
              <a:t>    "Month Number", MONTH([Date]),</a:t>
            </a:r>
          </a:p>
          <a:p>
            <a:pPr marL="0" indent="0">
              <a:buNone/>
            </a:pPr>
            <a:r>
              <a:rPr lang="en-US" dirty="0">
                <a:solidFill>
                  <a:schemeClr val="bg1"/>
                </a:solidFill>
              </a:rPr>
              <a:t>    "Month Name", FORMAT([Date], "MMMM"),</a:t>
            </a:r>
          </a:p>
          <a:p>
            <a:pPr marL="0" indent="0">
              <a:buNone/>
            </a:pPr>
            <a:r>
              <a:rPr lang="en-US" dirty="0">
                <a:solidFill>
                  <a:schemeClr val="bg1"/>
                </a:solidFill>
              </a:rPr>
              <a:t>    "Quarter", "Q" &amp; FORMAT([Date], "Q")</a:t>
            </a:r>
          </a:p>
          <a:p>
            <a:pPr marL="0" indent="0">
              <a:buNone/>
            </a:pPr>
            <a:r>
              <a:rPr lang="en-US" dirty="0">
                <a:solidFill>
                  <a:schemeClr val="bg1"/>
                </a:solidFill>
              </a:rPr>
              <a:t>     )</a:t>
            </a:r>
          </a:p>
          <a:p>
            <a:pPr marL="0" indent="0">
              <a:buNone/>
            </a:pPr>
            <a:endParaRPr lang="en-US" dirty="0">
              <a:solidFill>
                <a:schemeClr val="bg1"/>
              </a:solidFill>
            </a:endParaRPr>
          </a:p>
        </p:txBody>
      </p:sp>
    </p:spTree>
    <p:extLst>
      <p:ext uri="{BB962C8B-B14F-4D97-AF65-F5344CB8AC3E}">
        <p14:creationId xmlns:p14="http://schemas.microsoft.com/office/powerpoint/2010/main" val="14293672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3E67CA8-4273-69E0-B7CF-286E8AB94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2C7004-F3CA-1D6F-37BD-1C114ED08907}"/>
              </a:ext>
            </a:extLst>
          </p:cNvPr>
          <p:cNvSpPr>
            <a:spLocks noGrp="1"/>
          </p:cNvSpPr>
          <p:nvPr>
            <p:ph type="title"/>
          </p:nvPr>
        </p:nvSpPr>
        <p:spPr>
          <a:xfrm>
            <a:off x="266693" y="783264"/>
            <a:ext cx="5256212" cy="708092"/>
          </a:xfrm>
        </p:spPr>
        <p:txBody>
          <a:bodyPr>
            <a:normAutofit/>
          </a:bodyPr>
          <a:lstStyle/>
          <a:p>
            <a:r>
              <a:rPr lang="en-US" b="1" dirty="0">
                <a:solidFill>
                  <a:schemeClr val="accent6"/>
                </a:solidFill>
              </a:rPr>
              <a:t>Finalized Power BI Data Model</a:t>
            </a:r>
            <a:endParaRPr lang="en-IN" b="1" dirty="0">
              <a:solidFill>
                <a:schemeClr val="accent6"/>
              </a:solidFill>
            </a:endParaRPr>
          </a:p>
        </p:txBody>
      </p:sp>
      <p:pic>
        <p:nvPicPr>
          <p:cNvPr id="8" name="Picture Placeholder 7">
            <a:extLst>
              <a:ext uri="{FF2B5EF4-FFF2-40B4-BE49-F238E27FC236}">
                <a16:creationId xmlns:a16="http://schemas.microsoft.com/office/drawing/2014/main" id="{061D40D5-3718-95ED-0FF4-84C84CD23BC0}"/>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469" r="1469"/>
          <a:stretch>
            <a:fillRect/>
          </a:stretch>
        </p:blipFill>
        <p:spPr>
          <a:xfrm>
            <a:off x="6096000" y="1491356"/>
            <a:ext cx="5721153" cy="3600986"/>
          </a:xfrm>
        </p:spPr>
      </p:pic>
      <p:sp>
        <p:nvSpPr>
          <p:cNvPr id="6" name="Rectangle 1">
            <a:extLst>
              <a:ext uri="{FF2B5EF4-FFF2-40B4-BE49-F238E27FC236}">
                <a16:creationId xmlns:a16="http://schemas.microsoft.com/office/drawing/2014/main" id="{D93B2D13-5BC4-FA4D-407A-2E06B4AC32BF}"/>
              </a:ext>
            </a:extLst>
          </p:cNvPr>
          <p:cNvSpPr>
            <a:spLocks noGrp="1" noChangeArrowheads="1"/>
          </p:cNvSpPr>
          <p:nvPr>
            <p:ph type="body" sz="half" idx="2"/>
          </p:nvPr>
        </p:nvSpPr>
        <p:spPr bwMode="auto">
          <a:xfrm>
            <a:off x="266693" y="1491356"/>
            <a:ext cx="5721154"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0000"/>
                </a:solidFill>
                <a:effectLst/>
                <a:latin typeface="Arial" panose="020B0604020202020204" pitchFamily="34" charset="0"/>
              </a:rPr>
              <a:t>Model Overview:</a:t>
            </a:r>
            <a:endParaRPr kumimoji="0" lang="en-US" altLang="en-US" sz="18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Centered around the </a:t>
            </a:r>
            <a:r>
              <a:rPr kumimoji="0" lang="en-US" altLang="en-US" sz="1800" b="1" i="0" u="none" strike="noStrike" cap="none" normalizeH="0" baseline="0" dirty="0" err="1">
                <a:ln>
                  <a:noFill/>
                </a:ln>
                <a:solidFill>
                  <a:schemeClr val="bg1"/>
                </a:solidFill>
                <a:effectLst/>
                <a:latin typeface="Arial" panose="020B0604020202020204" pitchFamily="34" charset="0"/>
              </a:rPr>
              <a:t>factAirQuality</a:t>
            </a:r>
            <a:r>
              <a:rPr kumimoji="0" lang="en-US" altLang="en-US" sz="1800" b="0" i="0" u="none" strike="noStrike" cap="none" normalizeH="0" baseline="0" dirty="0">
                <a:ln>
                  <a:noFill/>
                </a:ln>
                <a:solidFill>
                  <a:schemeClr val="bg1"/>
                </a:solidFill>
                <a:effectLst/>
                <a:latin typeface="Arial" panose="020B0604020202020204" pitchFamily="34" charset="0"/>
              </a:rPr>
              <a:t> table.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Connected dimension tables: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bg1"/>
                </a:solidFill>
                <a:effectLst/>
                <a:latin typeface="Arial Unicode MS"/>
              </a:rPr>
              <a:t>dimDate</a:t>
            </a:r>
            <a:r>
              <a:rPr kumimoji="0" lang="en-US" altLang="en-US" sz="2000" b="0" i="0" u="none" strike="noStrike" cap="none" normalizeH="0" baseline="0" dirty="0">
                <a:ln>
                  <a:noFill/>
                </a:ln>
                <a:solidFill>
                  <a:schemeClr val="bg1"/>
                </a:solidFill>
                <a:effectLst/>
              </a:rPr>
              <a:t> → for temporal analysis.</a:t>
            </a: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bg1"/>
                </a:solidFill>
                <a:effectLst/>
                <a:latin typeface="Arial Unicode MS"/>
              </a:rPr>
              <a:t>dimCity</a:t>
            </a:r>
            <a:r>
              <a:rPr kumimoji="0" lang="en-US" altLang="en-US" sz="2000" b="0" i="0" u="none" strike="noStrike" cap="none" normalizeH="0" baseline="0" dirty="0">
                <a:ln>
                  <a:noFill/>
                </a:ln>
                <a:solidFill>
                  <a:schemeClr val="bg1"/>
                </a:solidFill>
                <a:effectLst/>
              </a:rPr>
              <a:t> → to filter by city.</a:t>
            </a: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bg1"/>
                </a:solidFill>
                <a:effectLst/>
                <a:latin typeface="Arial Unicode MS"/>
              </a:rPr>
              <a:t>dimAQIBucket</a:t>
            </a:r>
            <a:r>
              <a:rPr kumimoji="0" lang="en-US" altLang="en-US" sz="2000" b="0" i="0" u="none" strike="noStrike" cap="none" normalizeH="0" baseline="0" dirty="0">
                <a:ln>
                  <a:noFill/>
                </a:ln>
                <a:solidFill>
                  <a:schemeClr val="bg1"/>
                </a:solidFill>
                <a:effectLst/>
              </a:rPr>
              <a:t> → for AQI categories.</a:t>
            </a: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0000"/>
                </a:solidFill>
                <a:effectLst/>
                <a:latin typeface="Arial" panose="020B0604020202020204" pitchFamily="34" charset="0"/>
              </a:rPr>
              <a:t>Relationships:</a:t>
            </a:r>
            <a:endParaRPr kumimoji="0" lang="en-US" altLang="en-US" sz="18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One-to-Many (e.g., </a:t>
            </a:r>
            <a:r>
              <a:rPr kumimoji="0" lang="en-US" altLang="en-US" sz="2000" b="0" i="0" u="none" strike="noStrike" cap="none" normalizeH="0" baseline="0" dirty="0" err="1">
                <a:ln>
                  <a:noFill/>
                </a:ln>
                <a:solidFill>
                  <a:schemeClr val="bg1"/>
                </a:solidFill>
                <a:effectLst/>
                <a:latin typeface="Arial Unicode MS"/>
              </a:rPr>
              <a:t>dimCity</a:t>
            </a:r>
            <a:r>
              <a:rPr kumimoji="0" lang="en-US" altLang="en-US" sz="2000" b="0" i="0" u="none" strike="noStrike" cap="none" normalizeH="0" baseline="0" dirty="0">
                <a:ln>
                  <a:noFill/>
                </a:ln>
                <a:solidFill>
                  <a:schemeClr val="bg1"/>
                </a:solidFill>
                <a:effectLst/>
                <a:latin typeface="Arial Unicode MS"/>
              </a:rPr>
              <a:t>[City]</a:t>
            </a:r>
            <a:r>
              <a:rPr kumimoji="0" lang="en-US" altLang="en-US" sz="2000" b="0" i="0" u="none" strike="noStrike" cap="none" normalizeH="0" baseline="0" dirty="0">
                <a:ln>
                  <a:noFill/>
                </a:ln>
                <a:solidFill>
                  <a:schemeClr val="bg1"/>
                </a:solidFill>
                <a:effectLst/>
              </a:rPr>
              <a:t> ➝ </a:t>
            </a:r>
            <a:r>
              <a:rPr kumimoji="0" lang="en-US" altLang="en-US" sz="2000" b="0" i="0" u="none" strike="noStrike" cap="none" normalizeH="0" baseline="0" dirty="0" err="1">
                <a:ln>
                  <a:noFill/>
                </a:ln>
                <a:solidFill>
                  <a:schemeClr val="bg1"/>
                </a:solidFill>
                <a:effectLst/>
                <a:latin typeface="Arial Unicode MS"/>
              </a:rPr>
              <a:t>factAirQuality</a:t>
            </a:r>
            <a:r>
              <a:rPr kumimoji="0" lang="en-US" altLang="en-US" sz="2000" b="0" i="0" u="none" strike="noStrike" cap="none" normalizeH="0" baseline="0" dirty="0">
                <a:ln>
                  <a:noFill/>
                </a:ln>
                <a:solidFill>
                  <a:schemeClr val="bg1"/>
                </a:solidFill>
                <a:effectLst/>
                <a:latin typeface="Arial Unicode MS"/>
              </a:rPr>
              <a:t>[City]</a:t>
            </a:r>
            <a:r>
              <a:rPr kumimoji="0" lang="en-US" altLang="en-US" sz="2000" b="0" i="0" u="none" strike="noStrike" cap="none" normalizeH="0" baseline="0" dirty="0">
                <a:ln>
                  <a:noFill/>
                </a:ln>
                <a:solidFill>
                  <a:schemeClr val="bg1"/>
                </a:solidFill>
                <a:effectLst/>
              </a:rPr>
              <a:t>)</a:t>
            </a:r>
            <a:endParaRPr kumimoji="0" lang="en-US" altLang="en-US" sz="20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Cross Filter Direction: Mostly </a:t>
            </a:r>
            <a:r>
              <a:rPr kumimoji="0" lang="en-US" altLang="en-US" sz="1800" b="1" i="0" u="none" strike="noStrike" cap="none" normalizeH="0" baseline="0" dirty="0">
                <a:ln>
                  <a:noFill/>
                </a:ln>
                <a:solidFill>
                  <a:schemeClr val="bg1"/>
                </a:solidFill>
                <a:effectLst/>
                <a:latin typeface="Arial" panose="020B0604020202020204" pitchFamily="34" charset="0"/>
              </a:rPr>
              <a:t>Single</a:t>
            </a:r>
            <a:r>
              <a:rPr kumimoji="0" lang="en-US" altLang="en-US" sz="1800" b="0" i="0" u="none" strike="noStrike" cap="none" normalizeH="0" baseline="0" dirty="0">
                <a:ln>
                  <a:noFill/>
                </a:ln>
                <a:solidFill>
                  <a:schemeClr val="bg1"/>
                </a:solidFill>
                <a:effectLst/>
                <a:latin typeface="Arial" panose="020B0604020202020204" pitchFamily="34" charset="0"/>
              </a:rPr>
              <a:t> for performance and clarity.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Avoided circular references or inactive relationships.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FF0000"/>
                </a:solidFill>
                <a:effectLst/>
                <a:latin typeface="Arial" panose="020B0604020202020204" pitchFamily="34" charset="0"/>
              </a:rPr>
              <a:t>Schema Type:</a:t>
            </a:r>
            <a:endParaRPr kumimoji="0" lang="en-US" altLang="en-US" sz="18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bg1"/>
                </a:solidFill>
                <a:effectLst/>
                <a:latin typeface="Arial" panose="020B0604020202020204" pitchFamily="34" charset="0"/>
              </a:rPr>
              <a:t>Star Schema</a:t>
            </a:r>
            <a:r>
              <a:rPr kumimoji="0" lang="en-US" altLang="en-US" sz="1800" b="0" i="0" u="none" strike="noStrike" cap="none" normalizeH="0" baseline="0" dirty="0">
                <a:ln>
                  <a:noFill/>
                </a:ln>
                <a:solidFill>
                  <a:schemeClr val="bg1"/>
                </a:solidFill>
                <a:effectLst/>
                <a:latin typeface="Arial" panose="020B0604020202020204" pitchFamily="34" charset="0"/>
              </a:rPr>
              <a:t> implemented for clean, efficient querying.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1407216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CC7FC8A-4BC2-F9A8-AF11-CA08ACF8A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16AAD-FE42-9BB8-87A0-2748263FFC51}"/>
              </a:ext>
            </a:extLst>
          </p:cNvPr>
          <p:cNvSpPr>
            <a:spLocks noGrp="1"/>
          </p:cNvSpPr>
          <p:nvPr>
            <p:ph type="title"/>
          </p:nvPr>
        </p:nvSpPr>
        <p:spPr>
          <a:xfrm>
            <a:off x="838200" y="365126"/>
            <a:ext cx="10515600" cy="903236"/>
          </a:xfrm>
        </p:spPr>
        <p:txBody>
          <a:bodyPr/>
          <a:lstStyle/>
          <a:p>
            <a:r>
              <a:rPr lang="en-US" b="1" dirty="0">
                <a:solidFill>
                  <a:schemeClr val="accent5"/>
                </a:solidFill>
              </a:rPr>
              <a:t>Power BI Report Design Strategy</a:t>
            </a:r>
            <a:endParaRPr lang="en-IN" b="1" dirty="0">
              <a:solidFill>
                <a:schemeClr val="accent5"/>
              </a:solidFill>
            </a:endParaRPr>
          </a:p>
        </p:txBody>
      </p:sp>
      <p:sp>
        <p:nvSpPr>
          <p:cNvPr id="3" name="Content Placeholder 2">
            <a:extLst>
              <a:ext uri="{FF2B5EF4-FFF2-40B4-BE49-F238E27FC236}">
                <a16:creationId xmlns:a16="http://schemas.microsoft.com/office/drawing/2014/main" id="{11299FF9-5928-A51F-9CF9-4B992F4494D1}"/>
              </a:ext>
            </a:extLst>
          </p:cNvPr>
          <p:cNvSpPr>
            <a:spLocks noGrp="1"/>
          </p:cNvSpPr>
          <p:nvPr>
            <p:ph idx="1"/>
          </p:nvPr>
        </p:nvSpPr>
        <p:spPr>
          <a:xfrm>
            <a:off x="838200" y="1268362"/>
            <a:ext cx="10515600" cy="4908601"/>
          </a:xfrm>
        </p:spPr>
        <p:txBody>
          <a:bodyPr>
            <a:normAutofit fontScale="92500"/>
          </a:bodyPr>
          <a:lstStyle/>
          <a:p>
            <a:pPr marL="0" indent="0">
              <a:buNone/>
            </a:pPr>
            <a:r>
              <a:rPr lang="en-US" dirty="0">
                <a:solidFill>
                  <a:srgbClr val="00B050"/>
                </a:solidFill>
              </a:rPr>
              <a:t>Objective: </a:t>
            </a:r>
            <a:r>
              <a:rPr lang="en-US" dirty="0">
                <a:solidFill>
                  <a:schemeClr val="bg1"/>
                </a:solidFill>
              </a:rPr>
              <a:t>To deliver a clean, interactive, and user-friendly dashboard showcasing Air Quality Index trends and insights across India.</a:t>
            </a:r>
          </a:p>
          <a:p>
            <a:pPr marL="0" indent="0">
              <a:buNone/>
            </a:pPr>
            <a:r>
              <a:rPr lang="en-IN" dirty="0">
                <a:solidFill>
                  <a:srgbClr val="00B050"/>
                </a:solidFill>
              </a:rPr>
              <a:t>Design Principles Followed:</a:t>
            </a:r>
          </a:p>
          <a:p>
            <a:r>
              <a:rPr lang="en-IN" dirty="0">
                <a:solidFill>
                  <a:srgbClr val="FF0000"/>
                </a:solidFill>
              </a:rPr>
              <a:t>Modular Layout: </a:t>
            </a:r>
            <a:r>
              <a:rPr lang="en-IN" dirty="0">
                <a:solidFill>
                  <a:schemeClr val="bg1"/>
                </a:solidFill>
              </a:rPr>
              <a:t>Multiple pages for different insights (Overview, City-wise, Yearly Trends, etc.)</a:t>
            </a:r>
          </a:p>
          <a:p>
            <a:r>
              <a:rPr lang="en-IN" dirty="0">
                <a:solidFill>
                  <a:srgbClr val="FF0000"/>
                </a:solidFill>
              </a:rPr>
              <a:t>Purpose-Driven Pages: </a:t>
            </a:r>
            <a:r>
              <a:rPr lang="en-IN" dirty="0">
                <a:solidFill>
                  <a:schemeClr val="bg1"/>
                </a:solidFill>
              </a:rPr>
              <a:t>Each report page focuses on a specific analysis goal.</a:t>
            </a:r>
          </a:p>
          <a:p>
            <a:r>
              <a:rPr lang="en-IN" dirty="0">
                <a:solidFill>
                  <a:srgbClr val="FF0000"/>
                </a:solidFill>
              </a:rPr>
              <a:t>Consistent Theme: </a:t>
            </a:r>
            <a:r>
              <a:rPr lang="en-IN" dirty="0">
                <a:solidFill>
                  <a:schemeClr val="bg1"/>
                </a:solidFill>
              </a:rPr>
              <a:t>Custom background, uniform colour palette, and font styles used across all pages.</a:t>
            </a:r>
          </a:p>
          <a:p>
            <a:r>
              <a:rPr lang="en-IN" dirty="0">
                <a:solidFill>
                  <a:srgbClr val="FF0000"/>
                </a:solidFill>
              </a:rPr>
              <a:t>Visual Variety: </a:t>
            </a:r>
            <a:r>
              <a:rPr lang="en-IN" dirty="0">
                <a:solidFill>
                  <a:schemeClr val="bg1"/>
                </a:solidFill>
              </a:rPr>
              <a:t>Bar, column, line, area, KPI, donut, slicers, matrix, and more.</a:t>
            </a:r>
          </a:p>
          <a:p>
            <a:r>
              <a:rPr lang="en-IN" dirty="0">
                <a:solidFill>
                  <a:srgbClr val="FF0000"/>
                </a:solidFill>
              </a:rPr>
              <a:t>Interactivity: </a:t>
            </a:r>
            <a:r>
              <a:rPr lang="en-IN" dirty="0">
                <a:solidFill>
                  <a:schemeClr val="bg1"/>
                </a:solidFill>
              </a:rPr>
              <a:t>Filters, slicers, drill-downs, and tooltips implemented.</a:t>
            </a:r>
          </a:p>
        </p:txBody>
      </p:sp>
    </p:spTree>
    <p:extLst>
      <p:ext uri="{BB962C8B-B14F-4D97-AF65-F5344CB8AC3E}">
        <p14:creationId xmlns:p14="http://schemas.microsoft.com/office/powerpoint/2010/main" val="2952599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A1F5C19-D20B-5159-DAE8-6286E1527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B51757-87D2-96F6-A7C2-A1FC7CFE5E4E}"/>
              </a:ext>
            </a:extLst>
          </p:cNvPr>
          <p:cNvSpPr>
            <a:spLocks noGrp="1"/>
          </p:cNvSpPr>
          <p:nvPr>
            <p:ph type="title"/>
          </p:nvPr>
        </p:nvSpPr>
        <p:spPr>
          <a:xfrm>
            <a:off x="838200" y="365126"/>
            <a:ext cx="10515600" cy="873740"/>
          </a:xfrm>
        </p:spPr>
        <p:txBody>
          <a:bodyPr/>
          <a:lstStyle/>
          <a:p>
            <a:r>
              <a:rPr lang="en-IN" b="1" dirty="0">
                <a:solidFill>
                  <a:schemeClr val="accent6"/>
                </a:solidFill>
              </a:rPr>
              <a:t>National AQI Overview</a:t>
            </a:r>
          </a:p>
        </p:txBody>
      </p:sp>
      <p:sp>
        <p:nvSpPr>
          <p:cNvPr id="3" name="Content Placeholder 2">
            <a:extLst>
              <a:ext uri="{FF2B5EF4-FFF2-40B4-BE49-F238E27FC236}">
                <a16:creationId xmlns:a16="http://schemas.microsoft.com/office/drawing/2014/main" id="{7FEE8B3D-0FA7-6558-073F-2F73728C0EF2}"/>
              </a:ext>
            </a:extLst>
          </p:cNvPr>
          <p:cNvSpPr>
            <a:spLocks noGrp="1"/>
          </p:cNvSpPr>
          <p:nvPr>
            <p:ph idx="1"/>
          </p:nvPr>
        </p:nvSpPr>
        <p:spPr>
          <a:xfrm>
            <a:off x="838200" y="1238866"/>
            <a:ext cx="10515600" cy="4938097"/>
          </a:xfrm>
        </p:spPr>
        <p:txBody>
          <a:bodyPr/>
          <a:lstStyle/>
          <a:p>
            <a:pPr marL="0" indent="0">
              <a:buNone/>
            </a:pPr>
            <a:r>
              <a:rPr lang="en-US" dirty="0">
                <a:solidFill>
                  <a:srgbClr val="FF0000"/>
                </a:solidFill>
              </a:rPr>
              <a:t>Purpose: </a:t>
            </a:r>
            <a:r>
              <a:rPr lang="en-US" dirty="0">
                <a:solidFill>
                  <a:schemeClr val="bg1"/>
                </a:solidFill>
              </a:rPr>
              <a:t>To provide a high-level summary of India's air quality trends over the years.</a:t>
            </a:r>
          </a:p>
          <a:p>
            <a:pPr marL="0" indent="0">
              <a:buNone/>
            </a:pPr>
            <a:r>
              <a:rPr lang="en-IN" dirty="0">
                <a:solidFill>
                  <a:srgbClr val="FF0000"/>
                </a:solidFill>
              </a:rPr>
              <a:t>Key Visuals Used:</a:t>
            </a:r>
          </a:p>
          <a:p>
            <a:r>
              <a:rPr lang="en-IN" b="1" dirty="0">
                <a:solidFill>
                  <a:schemeClr val="bg1"/>
                </a:solidFill>
              </a:rPr>
              <a:t>KPI Cards: </a:t>
            </a:r>
            <a:r>
              <a:rPr lang="en-IN" dirty="0">
                <a:solidFill>
                  <a:schemeClr val="bg1"/>
                </a:solidFill>
              </a:rPr>
              <a:t>Display average AQI, total number of records, number of cities.</a:t>
            </a:r>
          </a:p>
          <a:p>
            <a:r>
              <a:rPr lang="en-IN" b="1" dirty="0">
                <a:solidFill>
                  <a:schemeClr val="bg1"/>
                </a:solidFill>
              </a:rPr>
              <a:t>Bar Chart: </a:t>
            </a:r>
            <a:r>
              <a:rPr lang="en-IN" dirty="0">
                <a:solidFill>
                  <a:schemeClr val="bg1"/>
                </a:solidFill>
              </a:rPr>
              <a:t>Top cities with highest average AQI.</a:t>
            </a:r>
          </a:p>
          <a:p>
            <a:r>
              <a:rPr lang="en-IN" dirty="0">
                <a:solidFill>
                  <a:schemeClr val="bg1"/>
                </a:solidFill>
              </a:rPr>
              <a:t>Line Chart: Year-wise average AQI trend across India.</a:t>
            </a:r>
          </a:p>
          <a:p>
            <a:r>
              <a:rPr lang="en-IN" b="1" dirty="0">
                <a:solidFill>
                  <a:schemeClr val="bg1"/>
                </a:solidFill>
              </a:rPr>
              <a:t>Donut Chart: </a:t>
            </a:r>
            <a:r>
              <a:rPr lang="en-IN" dirty="0">
                <a:solidFill>
                  <a:schemeClr val="bg1"/>
                </a:solidFill>
              </a:rPr>
              <a:t>AQI Bucket distribution (Good, Satisfactory, Moderate, etc.)</a:t>
            </a:r>
          </a:p>
          <a:p>
            <a:r>
              <a:rPr lang="en-IN" b="1" dirty="0">
                <a:solidFill>
                  <a:schemeClr val="bg1"/>
                </a:solidFill>
              </a:rPr>
              <a:t>Slicers: </a:t>
            </a:r>
            <a:r>
              <a:rPr lang="en-IN" dirty="0">
                <a:solidFill>
                  <a:schemeClr val="bg1"/>
                </a:solidFill>
              </a:rPr>
              <a:t>Year and City slicers for dynamic filtering.</a:t>
            </a:r>
          </a:p>
        </p:txBody>
      </p:sp>
    </p:spTree>
    <p:extLst>
      <p:ext uri="{BB962C8B-B14F-4D97-AF65-F5344CB8AC3E}">
        <p14:creationId xmlns:p14="http://schemas.microsoft.com/office/powerpoint/2010/main" val="925753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FE90693-48DE-433B-ACB1-1BBA52FA54A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2A6980-DC73-F51C-A8AB-FBB77B03F7CE}"/>
              </a:ext>
            </a:extLst>
          </p:cNvPr>
          <p:cNvSpPr>
            <a:spLocks noGrp="1"/>
          </p:cNvSpPr>
          <p:nvPr>
            <p:ph type="title"/>
          </p:nvPr>
        </p:nvSpPr>
        <p:spPr>
          <a:xfrm>
            <a:off x="839788" y="457200"/>
            <a:ext cx="5256212" cy="684214"/>
          </a:xfrm>
        </p:spPr>
        <p:txBody>
          <a:bodyPr>
            <a:normAutofit/>
          </a:bodyPr>
          <a:lstStyle/>
          <a:p>
            <a:r>
              <a:rPr lang="en-US" sz="4000" b="1" dirty="0">
                <a:solidFill>
                  <a:schemeClr val="accent6"/>
                </a:solidFill>
              </a:rPr>
              <a:t>Overview</a:t>
            </a:r>
            <a:endParaRPr lang="en-IN" sz="4000" b="1" dirty="0">
              <a:solidFill>
                <a:schemeClr val="accent6"/>
              </a:solidFill>
            </a:endParaRPr>
          </a:p>
        </p:txBody>
      </p:sp>
      <p:pic>
        <p:nvPicPr>
          <p:cNvPr id="10" name="Picture Placeholder 9">
            <a:extLst>
              <a:ext uri="{FF2B5EF4-FFF2-40B4-BE49-F238E27FC236}">
                <a16:creationId xmlns:a16="http://schemas.microsoft.com/office/drawing/2014/main" id="{0769C3FB-8A40-0084-AB89-F80D7ABF54C2}"/>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2277" b="2277"/>
          <a:stretch/>
        </p:blipFill>
        <p:spPr>
          <a:xfrm>
            <a:off x="6096000" y="1651820"/>
            <a:ext cx="5810865" cy="3706762"/>
          </a:xfrm>
        </p:spPr>
      </p:pic>
      <p:sp>
        <p:nvSpPr>
          <p:cNvPr id="8" name="Text Placeholder 7">
            <a:extLst>
              <a:ext uri="{FF2B5EF4-FFF2-40B4-BE49-F238E27FC236}">
                <a16:creationId xmlns:a16="http://schemas.microsoft.com/office/drawing/2014/main" id="{FA8498C8-EBDD-E1F7-2202-D3549B8FA261}"/>
              </a:ext>
            </a:extLst>
          </p:cNvPr>
          <p:cNvSpPr>
            <a:spLocks noGrp="1"/>
          </p:cNvSpPr>
          <p:nvPr>
            <p:ph type="body" sz="half" idx="2"/>
          </p:nvPr>
        </p:nvSpPr>
        <p:spPr>
          <a:xfrm>
            <a:off x="580103" y="1141414"/>
            <a:ext cx="5515897" cy="5259386"/>
          </a:xfrm>
        </p:spPr>
        <p:txBody>
          <a:bodyPr>
            <a:normAutofit/>
          </a:bodyPr>
          <a:lstStyle/>
          <a:p>
            <a:r>
              <a:rPr lang="en-US" b="1" dirty="0">
                <a:solidFill>
                  <a:srgbClr val="FF0000"/>
                </a:solidFill>
              </a:rPr>
              <a:t>Dashboard Overview: </a:t>
            </a:r>
            <a:r>
              <a:rPr lang="en-US" dirty="0">
                <a:solidFill>
                  <a:schemeClr val="bg1"/>
                </a:solidFill>
              </a:rPr>
              <a:t>This report page provides a high-level summary of the overall Air Quality Index (AQI) across major Indian cities using visual KPIs and categorical breakdowns.</a:t>
            </a:r>
          </a:p>
          <a:p>
            <a:r>
              <a:rPr lang="en-US" b="1" dirty="0">
                <a:solidFill>
                  <a:srgbClr val="FF0000"/>
                </a:solidFill>
              </a:rPr>
              <a:t>Key Insights:</a:t>
            </a:r>
            <a:r>
              <a:rPr lang="en-US" dirty="0">
                <a:solidFill>
                  <a:schemeClr val="bg1"/>
                </a:solidFill>
              </a:rPr>
              <a:t> </a:t>
            </a:r>
          </a:p>
          <a:p>
            <a:pPr marL="285750" indent="-285750">
              <a:buFont typeface="Arial" panose="020B0604020202020204" pitchFamily="34" charset="0"/>
              <a:buChar char="•"/>
            </a:pPr>
            <a:r>
              <a:rPr lang="en-US" b="1" dirty="0">
                <a:solidFill>
                  <a:schemeClr val="bg1"/>
                </a:solidFill>
              </a:rPr>
              <a:t>Average AQI: </a:t>
            </a:r>
            <a:r>
              <a:rPr lang="en-US" dirty="0">
                <a:solidFill>
                  <a:schemeClr val="bg1"/>
                </a:solidFill>
              </a:rPr>
              <a:t>251.11 – Indicates a generally unhealthy air quality level.</a:t>
            </a:r>
          </a:p>
          <a:p>
            <a:pPr marL="285750" indent="-285750">
              <a:buFont typeface="Arial" panose="020B0604020202020204" pitchFamily="34" charset="0"/>
              <a:buChar char="•"/>
            </a:pPr>
            <a:r>
              <a:rPr lang="en-US" b="1" dirty="0">
                <a:solidFill>
                  <a:schemeClr val="bg1"/>
                </a:solidFill>
              </a:rPr>
              <a:t>Maximum AQI Recorded: </a:t>
            </a:r>
            <a:r>
              <a:rPr lang="en-US" dirty="0">
                <a:solidFill>
                  <a:schemeClr val="bg1"/>
                </a:solidFill>
              </a:rPr>
              <a:t>500 – Critical air pollution level, possibly due to industrial or traffic sources.</a:t>
            </a:r>
          </a:p>
          <a:p>
            <a:pPr marL="285750" indent="-285750">
              <a:buFont typeface="Arial" panose="020B0604020202020204" pitchFamily="34" charset="0"/>
              <a:buChar char="•"/>
            </a:pPr>
            <a:r>
              <a:rPr lang="en-US" b="1" dirty="0">
                <a:solidFill>
                  <a:schemeClr val="bg1"/>
                </a:solidFill>
              </a:rPr>
              <a:t>Most Polluted City: </a:t>
            </a:r>
            <a:r>
              <a:rPr lang="en-US" dirty="0">
                <a:solidFill>
                  <a:schemeClr val="bg1"/>
                </a:solidFill>
              </a:rPr>
              <a:t>Mumbai – Exhibits the highest average AQI (253).</a:t>
            </a:r>
          </a:p>
          <a:p>
            <a:r>
              <a:rPr lang="en-IN" b="1" dirty="0">
                <a:solidFill>
                  <a:srgbClr val="FF0000"/>
                </a:solidFill>
              </a:rPr>
              <a:t>Visuals Used:</a:t>
            </a:r>
          </a:p>
          <a:p>
            <a:pPr marL="285750" indent="-285750">
              <a:buFont typeface="Arial" panose="020B0604020202020204" pitchFamily="34" charset="0"/>
              <a:buChar char="•"/>
            </a:pPr>
            <a:r>
              <a:rPr lang="en-IN" b="1" dirty="0">
                <a:solidFill>
                  <a:schemeClr val="bg1"/>
                </a:solidFill>
              </a:rPr>
              <a:t>KPI Cards: </a:t>
            </a:r>
            <a:r>
              <a:rPr lang="en-IN" dirty="0">
                <a:solidFill>
                  <a:schemeClr val="bg1"/>
                </a:solidFill>
              </a:rPr>
              <a:t>Display </a:t>
            </a:r>
            <a:r>
              <a:rPr lang="en-IN" dirty="0" err="1">
                <a:solidFill>
                  <a:schemeClr val="bg1"/>
                </a:solidFill>
              </a:rPr>
              <a:t>Avg</a:t>
            </a:r>
            <a:r>
              <a:rPr lang="en-IN" dirty="0">
                <a:solidFill>
                  <a:schemeClr val="bg1"/>
                </a:solidFill>
              </a:rPr>
              <a:t> AQI, Max AQI, and Most Polluted City.</a:t>
            </a:r>
          </a:p>
          <a:p>
            <a:pPr marL="285750" indent="-285750">
              <a:buFont typeface="Arial" panose="020B0604020202020204" pitchFamily="34" charset="0"/>
              <a:buChar char="•"/>
            </a:pPr>
            <a:r>
              <a:rPr lang="en-IN" b="1" dirty="0">
                <a:solidFill>
                  <a:schemeClr val="bg1"/>
                </a:solidFill>
              </a:rPr>
              <a:t>Slicer (City Filter): </a:t>
            </a:r>
            <a:r>
              <a:rPr lang="en-IN" dirty="0">
                <a:solidFill>
                  <a:schemeClr val="bg1"/>
                </a:solidFill>
              </a:rPr>
              <a:t>Enables user to filter visualizations by individual cities.</a:t>
            </a:r>
          </a:p>
          <a:p>
            <a:pPr marL="285750" indent="-285750">
              <a:buFont typeface="Arial" panose="020B0604020202020204" pitchFamily="34" charset="0"/>
              <a:buChar char="•"/>
            </a:pPr>
            <a:r>
              <a:rPr lang="en-IN" b="1" dirty="0">
                <a:solidFill>
                  <a:schemeClr val="bg1"/>
                </a:solidFill>
              </a:rPr>
              <a:t>Bar Chart: </a:t>
            </a:r>
            <a:r>
              <a:rPr lang="en-IN" dirty="0">
                <a:solidFill>
                  <a:schemeClr val="bg1"/>
                </a:solidFill>
              </a:rPr>
              <a:t>Top 5 Polluted Cities by Average AQI – Mumbai, Delhi, Kolkata, Chennai, Bangalore.</a:t>
            </a:r>
          </a:p>
          <a:p>
            <a:pPr marL="285750" indent="-285750">
              <a:buFont typeface="Arial" panose="020B0604020202020204" pitchFamily="34" charset="0"/>
              <a:buChar char="•"/>
            </a:pPr>
            <a:r>
              <a:rPr lang="en-IN" b="1" dirty="0">
                <a:solidFill>
                  <a:schemeClr val="bg1"/>
                </a:solidFill>
              </a:rPr>
              <a:t>Donut Chart: </a:t>
            </a:r>
            <a:r>
              <a:rPr lang="en-IN" dirty="0">
                <a:solidFill>
                  <a:schemeClr val="bg1"/>
                </a:solidFill>
              </a:rPr>
              <a:t>AQI by Category – Even distribution across categories such as Good, Moderate, Poor, etc.</a:t>
            </a:r>
          </a:p>
        </p:txBody>
      </p:sp>
    </p:spTree>
    <p:extLst>
      <p:ext uri="{BB962C8B-B14F-4D97-AF65-F5344CB8AC3E}">
        <p14:creationId xmlns:p14="http://schemas.microsoft.com/office/powerpoint/2010/main" val="769075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8E38BC8-59B5-FA65-4E64-FEB3B2A90E2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42FFF9F-D291-41DD-36DB-1EE3AE96953F}"/>
              </a:ext>
            </a:extLst>
          </p:cNvPr>
          <p:cNvSpPr>
            <a:spLocks noGrp="1"/>
          </p:cNvSpPr>
          <p:nvPr>
            <p:ph type="title"/>
          </p:nvPr>
        </p:nvSpPr>
        <p:spPr>
          <a:xfrm>
            <a:off x="839788" y="457200"/>
            <a:ext cx="3932237" cy="530225"/>
          </a:xfrm>
        </p:spPr>
        <p:txBody>
          <a:bodyPr>
            <a:normAutofit fontScale="90000"/>
          </a:bodyPr>
          <a:lstStyle/>
          <a:p>
            <a:r>
              <a:rPr lang="en-IN" b="1" dirty="0">
                <a:solidFill>
                  <a:schemeClr val="accent6"/>
                </a:solidFill>
              </a:rPr>
              <a:t>Monthly AQI Trends</a:t>
            </a:r>
          </a:p>
        </p:txBody>
      </p:sp>
      <p:pic>
        <p:nvPicPr>
          <p:cNvPr id="8" name="Picture Placeholder 7">
            <a:extLst>
              <a:ext uri="{FF2B5EF4-FFF2-40B4-BE49-F238E27FC236}">
                <a16:creationId xmlns:a16="http://schemas.microsoft.com/office/drawing/2014/main" id="{52AC4798-CA35-300E-F943-12874AB0A9BB}"/>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573" b="573"/>
          <a:stretch/>
        </p:blipFill>
        <p:spPr>
          <a:xfrm>
            <a:off x="6096000" y="1478166"/>
            <a:ext cx="5712542" cy="3811589"/>
          </a:xfrm>
        </p:spPr>
      </p:pic>
      <p:sp>
        <p:nvSpPr>
          <p:cNvPr id="6" name="Text Placeholder 5">
            <a:extLst>
              <a:ext uri="{FF2B5EF4-FFF2-40B4-BE49-F238E27FC236}">
                <a16:creationId xmlns:a16="http://schemas.microsoft.com/office/drawing/2014/main" id="{6D2FA8C8-D15A-C1B5-3007-6A8E5D992DA7}"/>
              </a:ext>
            </a:extLst>
          </p:cNvPr>
          <p:cNvSpPr>
            <a:spLocks noGrp="1"/>
          </p:cNvSpPr>
          <p:nvPr>
            <p:ph type="body" sz="half" idx="2"/>
          </p:nvPr>
        </p:nvSpPr>
        <p:spPr>
          <a:xfrm>
            <a:off x="839788" y="987425"/>
            <a:ext cx="5256212" cy="4881563"/>
          </a:xfrm>
        </p:spPr>
        <p:txBody>
          <a:bodyPr>
            <a:normAutofit lnSpcReduction="10000"/>
          </a:bodyPr>
          <a:lstStyle/>
          <a:p>
            <a:r>
              <a:rPr lang="en-IN" b="1" dirty="0">
                <a:solidFill>
                  <a:srgbClr val="FF0000"/>
                </a:solidFill>
              </a:rPr>
              <a:t>Key Visuals &amp; Metrics:</a:t>
            </a:r>
          </a:p>
          <a:p>
            <a:pPr marL="285750" indent="-285750">
              <a:buFont typeface="Arial" panose="020B0604020202020204" pitchFamily="34" charset="0"/>
              <a:buChar char="•"/>
            </a:pPr>
            <a:r>
              <a:rPr lang="en-IN" b="1" dirty="0">
                <a:solidFill>
                  <a:schemeClr val="bg1"/>
                </a:solidFill>
              </a:rPr>
              <a:t>Line Chart (Top): </a:t>
            </a:r>
            <a:r>
              <a:rPr lang="en-IN" dirty="0">
                <a:solidFill>
                  <a:schemeClr val="bg1"/>
                </a:solidFill>
              </a:rPr>
              <a:t>AQI Trend Over </a:t>
            </a:r>
            <a:r>
              <a:rPr lang="en-IN" dirty="0" err="1">
                <a:solidFill>
                  <a:schemeClr val="bg1"/>
                </a:solidFill>
              </a:rPr>
              <a:t>TimeTracks</a:t>
            </a:r>
            <a:r>
              <a:rPr lang="en-IN" dirty="0">
                <a:solidFill>
                  <a:schemeClr val="bg1"/>
                </a:solidFill>
              </a:rPr>
              <a:t> monthly average AQI for Bangalore, Chennai, Delhi, Kolkata, Mumbai. Reveals seasonal patterns, with notable peaks and drops (e.g., extreme low in Jan 2021 at AQI 182).</a:t>
            </a:r>
          </a:p>
          <a:p>
            <a:pPr marL="285750" indent="-285750">
              <a:buFont typeface="Arial" panose="020B0604020202020204" pitchFamily="34" charset="0"/>
              <a:buChar char="•"/>
            </a:pPr>
            <a:r>
              <a:rPr lang="en-IN" b="1" dirty="0">
                <a:solidFill>
                  <a:schemeClr val="bg1"/>
                </a:solidFill>
              </a:rPr>
              <a:t>Stacked Area Chart (Bottom): </a:t>
            </a:r>
            <a:r>
              <a:rPr lang="en-IN" dirty="0">
                <a:solidFill>
                  <a:schemeClr val="bg1"/>
                </a:solidFill>
              </a:rPr>
              <a:t>Average AQI Distribution Over </a:t>
            </a:r>
            <a:r>
              <a:rPr lang="en-IN" dirty="0" err="1">
                <a:solidFill>
                  <a:schemeClr val="bg1"/>
                </a:solidFill>
              </a:rPr>
              <a:t>TimeDemonstrates</a:t>
            </a:r>
            <a:r>
              <a:rPr lang="en-IN" dirty="0">
                <a:solidFill>
                  <a:schemeClr val="bg1"/>
                </a:solidFill>
              </a:rPr>
              <a:t> how AQI contributions from each city evolved over the timeline. Highlights consistency and fluctuations across cities.</a:t>
            </a:r>
          </a:p>
          <a:p>
            <a:pPr marL="285750" indent="-285750">
              <a:buFont typeface="Arial" panose="020B0604020202020204" pitchFamily="34" charset="0"/>
              <a:buChar char="•"/>
            </a:pPr>
            <a:r>
              <a:rPr lang="en-IN" b="1" dirty="0">
                <a:solidFill>
                  <a:schemeClr val="bg1"/>
                </a:solidFill>
              </a:rPr>
              <a:t>KPI Cards: </a:t>
            </a:r>
            <a:r>
              <a:rPr lang="en-IN" dirty="0">
                <a:solidFill>
                  <a:schemeClr val="bg1"/>
                </a:solidFill>
              </a:rPr>
              <a:t>Average AQI Trend: 269.44 vs. Goal 100.00 → 169.44% over </a:t>
            </a:r>
            <a:r>
              <a:rPr lang="en-IN" dirty="0" err="1">
                <a:solidFill>
                  <a:schemeClr val="bg1"/>
                </a:solidFill>
              </a:rPr>
              <a:t>target.Max</a:t>
            </a:r>
            <a:r>
              <a:rPr lang="en-IN" dirty="0">
                <a:solidFill>
                  <a:schemeClr val="bg1"/>
                </a:solidFill>
              </a:rPr>
              <a:t> AQI by Month: 491.80 → Alarming level, 391.8% above goal.</a:t>
            </a:r>
          </a:p>
          <a:p>
            <a:r>
              <a:rPr lang="en-US" b="1" dirty="0">
                <a:solidFill>
                  <a:srgbClr val="FF0000"/>
                </a:solidFill>
              </a:rPr>
              <a:t>Interpretation: </a:t>
            </a:r>
          </a:p>
          <a:p>
            <a:pPr marL="285750" indent="-285750">
              <a:buFont typeface="Arial" panose="020B0604020202020204" pitchFamily="34" charset="0"/>
              <a:buChar char="•"/>
            </a:pPr>
            <a:r>
              <a:rPr lang="en-US" dirty="0">
                <a:solidFill>
                  <a:schemeClr val="bg1"/>
                </a:solidFill>
              </a:rPr>
              <a:t>Air quality remains consistently unhealthy across the </a:t>
            </a:r>
            <a:r>
              <a:rPr lang="en-US" dirty="0" err="1">
                <a:solidFill>
                  <a:schemeClr val="bg1"/>
                </a:solidFill>
              </a:rPr>
              <a:t>decade.Seasonal</a:t>
            </a:r>
            <a:r>
              <a:rPr lang="en-US" dirty="0">
                <a:solidFill>
                  <a:schemeClr val="bg1"/>
                </a:solidFill>
              </a:rPr>
              <a:t> variations are visible, with spikes often occurring during winter months due to atmospheric conditions and pollution accumulation.</a:t>
            </a:r>
          </a:p>
          <a:p>
            <a:pPr marL="285750" indent="-285750">
              <a:buFont typeface="Arial" panose="020B0604020202020204" pitchFamily="34" charset="0"/>
              <a:buChar char="•"/>
            </a:pPr>
            <a:r>
              <a:rPr lang="en-US" dirty="0">
                <a:solidFill>
                  <a:schemeClr val="bg1"/>
                </a:solidFill>
              </a:rPr>
              <a:t>The data indicates no consistent long-term improvement, highlighting the urgency for sustained interventions.</a:t>
            </a:r>
            <a:endParaRPr lang="en-IN" dirty="0">
              <a:solidFill>
                <a:schemeClr val="bg1"/>
              </a:solidFill>
            </a:endParaRPr>
          </a:p>
        </p:txBody>
      </p:sp>
    </p:spTree>
    <p:extLst>
      <p:ext uri="{BB962C8B-B14F-4D97-AF65-F5344CB8AC3E}">
        <p14:creationId xmlns:p14="http://schemas.microsoft.com/office/powerpoint/2010/main" val="2520221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915F40D-A1D2-EFA2-B6E3-2B377FA3D4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F27FC9-195F-82CC-A546-711E57B231CD}"/>
              </a:ext>
            </a:extLst>
          </p:cNvPr>
          <p:cNvSpPr>
            <a:spLocks noGrp="1"/>
          </p:cNvSpPr>
          <p:nvPr>
            <p:ph type="title"/>
          </p:nvPr>
        </p:nvSpPr>
        <p:spPr/>
        <p:txBody>
          <a:bodyPr/>
          <a:lstStyle/>
          <a:p>
            <a:r>
              <a:rPr lang="en-US" dirty="0">
                <a:solidFill>
                  <a:schemeClr val="accent6"/>
                </a:solidFill>
              </a:rPr>
              <a:t> Identifying the Cities with Highest AQI Levels (2015–2024)</a:t>
            </a:r>
            <a:endParaRPr lang="en-IN" dirty="0">
              <a:solidFill>
                <a:schemeClr val="accent6"/>
              </a:solidFill>
            </a:endParaRPr>
          </a:p>
        </p:txBody>
      </p:sp>
      <p:sp>
        <p:nvSpPr>
          <p:cNvPr id="3" name="Content Placeholder 2">
            <a:extLst>
              <a:ext uri="{FF2B5EF4-FFF2-40B4-BE49-F238E27FC236}">
                <a16:creationId xmlns:a16="http://schemas.microsoft.com/office/drawing/2014/main" id="{6BE2F8F2-F516-F37E-6E2E-5EC2B005BCCB}"/>
              </a:ext>
            </a:extLst>
          </p:cNvPr>
          <p:cNvSpPr>
            <a:spLocks noGrp="1"/>
          </p:cNvSpPr>
          <p:nvPr>
            <p:ph idx="1"/>
          </p:nvPr>
        </p:nvSpPr>
        <p:spPr/>
        <p:txBody>
          <a:bodyPr>
            <a:normAutofit fontScale="92500" lnSpcReduction="20000"/>
          </a:bodyPr>
          <a:lstStyle/>
          <a:p>
            <a:pPr marL="0" indent="0">
              <a:buNone/>
            </a:pPr>
            <a:r>
              <a:rPr lang="en-US" dirty="0">
                <a:solidFill>
                  <a:schemeClr val="bg1"/>
                </a:solidFill>
              </a:rPr>
              <a:t>This page presents a comprehensive ranking of the five most polluted cities in India based on cumulative AQI values over the last decade.</a:t>
            </a:r>
          </a:p>
          <a:p>
            <a:pPr marL="0" indent="0">
              <a:buNone/>
            </a:pPr>
            <a:r>
              <a:rPr lang="en-IN" dirty="0">
                <a:solidFill>
                  <a:srgbClr val="FF0000"/>
                </a:solidFill>
              </a:rPr>
              <a:t>Key Visuals &amp; Insights:</a:t>
            </a:r>
          </a:p>
          <a:p>
            <a:pPr marL="0" indent="0">
              <a:buNone/>
            </a:pPr>
            <a:r>
              <a:rPr lang="en-IN" b="1" dirty="0">
                <a:solidFill>
                  <a:schemeClr val="bg1"/>
                </a:solidFill>
              </a:rPr>
              <a:t>KPI Cards:</a:t>
            </a:r>
          </a:p>
          <a:p>
            <a:r>
              <a:rPr lang="en-IN" dirty="0">
                <a:solidFill>
                  <a:schemeClr val="bg1"/>
                </a:solidFill>
              </a:rPr>
              <a:t>Average AQI Trend: 269.44 vs. Goal 100.00 → 169.44% above safe level.</a:t>
            </a:r>
          </a:p>
          <a:p>
            <a:r>
              <a:rPr lang="en-IN" dirty="0">
                <a:solidFill>
                  <a:schemeClr val="bg1"/>
                </a:solidFill>
              </a:rPr>
              <a:t>Max AQI by Month: 491.80 → 391.8% above ideal threshold.</a:t>
            </a:r>
          </a:p>
          <a:p>
            <a:pPr marL="0" indent="0">
              <a:buNone/>
            </a:pPr>
            <a:r>
              <a:rPr lang="en-IN" b="1" dirty="0">
                <a:solidFill>
                  <a:schemeClr val="bg1"/>
                </a:solidFill>
              </a:rPr>
              <a:t>AQI Summary Table:</a:t>
            </a:r>
          </a:p>
          <a:p>
            <a:r>
              <a:rPr lang="en-IN" dirty="0">
                <a:solidFill>
                  <a:schemeClr val="bg1"/>
                </a:solidFill>
              </a:rPr>
              <a:t>City-wise annual average AQI from 2015 to 2024.</a:t>
            </a:r>
          </a:p>
          <a:p>
            <a:r>
              <a:rPr lang="en-IN" dirty="0">
                <a:solidFill>
                  <a:schemeClr val="bg1"/>
                </a:solidFill>
              </a:rPr>
              <a:t>Mumbai recorded the highest cumulative average: 253.32, followed by Delhi (251.50) and Kolkata (250.64).</a:t>
            </a:r>
          </a:p>
          <a:p>
            <a:r>
              <a:rPr lang="en-IN" dirty="0">
                <a:solidFill>
                  <a:schemeClr val="bg1"/>
                </a:solidFill>
              </a:rPr>
              <a:t>Overall AQI remains consistently high across all cities over the years.</a:t>
            </a:r>
          </a:p>
        </p:txBody>
      </p:sp>
    </p:spTree>
    <p:extLst>
      <p:ext uri="{BB962C8B-B14F-4D97-AF65-F5344CB8AC3E}">
        <p14:creationId xmlns:p14="http://schemas.microsoft.com/office/powerpoint/2010/main" val="2165873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5B39FB0-DAFB-819B-18E6-30894E39DDD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C835C9-C9D6-C74F-628D-F7436DD0DD30}"/>
              </a:ext>
            </a:extLst>
          </p:cNvPr>
          <p:cNvSpPr>
            <a:spLocks noGrp="1"/>
          </p:cNvSpPr>
          <p:nvPr>
            <p:ph type="title"/>
          </p:nvPr>
        </p:nvSpPr>
        <p:spPr>
          <a:xfrm flipH="1">
            <a:off x="-1720645" y="457200"/>
            <a:ext cx="88491" cy="1600200"/>
          </a:xfrm>
        </p:spPr>
        <p:txBody>
          <a:bodyPr/>
          <a:lstStyle/>
          <a:p>
            <a:endParaRPr lang="en-IN" dirty="0"/>
          </a:p>
        </p:txBody>
      </p:sp>
      <p:pic>
        <p:nvPicPr>
          <p:cNvPr id="8" name="Picture Placeholder 7">
            <a:extLst>
              <a:ext uri="{FF2B5EF4-FFF2-40B4-BE49-F238E27FC236}">
                <a16:creationId xmlns:a16="http://schemas.microsoft.com/office/drawing/2014/main" id="{D6F89D21-48C4-5AD3-4363-C293EA4B6912}"/>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2566" b="2566"/>
          <a:stretch>
            <a:fillRect/>
          </a:stretch>
        </p:blipFill>
        <p:spPr>
          <a:xfrm>
            <a:off x="6095999" y="1366685"/>
            <a:ext cx="5840413" cy="3811588"/>
          </a:xfrm>
        </p:spPr>
      </p:pic>
      <p:sp>
        <p:nvSpPr>
          <p:cNvPr id="6" name="Text Placeholder 5">
            <a:extLst>
              <a:ext uri="{FF2B5EF4-FFF2-40B4-BE49-F238E27FC236}">
                <a16:creationId xmlns:a16="http://schemas.microsoft.com/office/drawing/2014/main" id="{BF7CE2EA-58B8-2DC5-CCF2-47B7E0DF0717}"/>
              </a:ext>
            </a:extLst>
          </p:cNvPr>
          <p:cNvSpPr>
            <a:spLocks noGrp="1"/>
          </p:cNvSpPr>
          <p:nvPr>
            <p:ph type="body" sz="half" idx="2"/>
          </p:nvPr>
        </p:nvSpPr>
        <p:spPr>
          <a:xfrm>
            <a:off x="550606" y="457200"/>
            <a:ext cx="5545393" cy="5786284"/>
          </a:xfrm>
        </p:spPr>
        <p:txBody>
          <a:bodyPr>
            <a:normAutofit lnSpcReduction="10000"/>
          </a:bodyPr>
          <a:lstStyle/>
          <a:p>
            <a:r>
              <a:rPr lang="en-IN" b="1" dirty="0" err="1">
                <a:solidFill>
                  <a:schemeClr val="bg1"/>
                </a:solidFill>
              </a:rPr>
              <a:t>Treemap</a:t>
            </a:r>
            <a:r>
              <a:rPr lang="en-IN" b="1" dirty="0">
                <a:solidFill>
                  <a:schemeClr val="bg1"/>
                </a:solidFill>
              </a:rPr>
              <a:t> – City-wise AQI Distribution:</a:t>
            </a:r>
          </a:p>
          <a:p>
            <a:pPr marL="285750" indent="-285750">
              <a:buFont typeface="Arial" panose="020B0604020202020204" pitchFamily="34" charset="0"/>
              <a:buChar char="•"/>
            </a:pPr>
            <a:r>
              <a:rPr lang="en-IN" dirty="0">
                <a:solidFill>
                  <a:schemeClr val="bg1"/>
                </a:solidFill>
              </a:rPr>
              <a:t>Shows visual dominance of AQI by city.</a:t>
            </a:r>
          </a:p>
          <a:p>
            <a:pPr marL="285750" indent="-285750">
              <a:buFont typeface="Arial" panose="020B0604020202020204" pitchFamily="34" charset="0"/>
              <a:buChar char="•"/>
            </a:pPr>
            <a:r>
              <a:rPr lang="en-IN" dirty="0">
                <a:solidFill>
                  <a:schemeClr val="bg1"/>
                </a:solidFill>
              </a:rPr>
              <a:t>Mumbai occupies the largest share, reflecting its high contribution to overall pollution levels.</a:t>
            </a:r>
          </a:p>
          <a:p>
            <a:r>
              <a:rPr lang="en-IN" b="1" dirty="0">
                <a:solidFill>
                  <a:schemeClr val="bg1"/>
                </a:solidFill>
              </a:rPr>
              <a:t>Bar Chart – Total AQI Contribution (2015–2024):</a:t>
            </a:r>
          </a:p>
          <a:p>
            <a:pPr marL="285750" indent="-285750">
              <a:buFont typeface="Arial" panose="020B0604020202020204" pitchFamily="34" charset="0"/>
              <a:buChar char="•"/>
            </a:pPr>
            <a:r>
              <a:rPr lang="en-IN" dirty="0">
                <a:solidFill>
                  <a:schemeClr val="bg1"/>
                </a:solidFill>
              </a:rPr>
              <a:t>Top 5 Cities by Total AQI:</a:t>
            </a:r>
          </a:p>
          <a:p>
            <a:r>
              <a:rPr lang="en-IN" dirty="0">
                <a:solidFill>
                  <a:schemeClr val="bg1"/>
                </a:solidFill>
              </a:rPr>
              <a:t>	Mumbai: 925.37K</a:t>
            </a:r>
          </a:p>
          <a:p>
            <a:r>
              <a:rPr lang="en-IN" dirty="0">
                <a:solidFill>
                  <a:schemeClr val="bg1"/>
                </a:solidFill>
              </a:rPr>
              <a:t>	Delhi: 918.72K</a:t>
            </a:r>
          </a:p>
          <a:p>
            <a:r>
              <a:rPr lang="en-IN" dirty="0">
                <a:solidFill>
                  <a:schemeClr val="bg1"/>
                </a:solidFill>
              </a:rPr>
              <a:t>	Kolkata: 915.57K</a:t>
            </a:r>
          </a:p>
          <a:p>
            <a:r>
              <a:rPr lang="en-IN" dirty="0">
                <a:solidFill>
                  <a:schemeClr val="bg1"/>
                </a:solidFill>
              </a:rPr>
              <a:t>	Chennai: 914.49K</a:t>
            </a:r>
          </a:p>
          <a:p>
            <a:r>
              <a:rPr lang="en-IN" dirty="0">
                <a:solidFill>
                  <a:schemeClr val="bg1"/>
                </a:solidFill>
              </a:rPr>
              <a:t>	Bangalore: 912.40K</a:t>
            </a:r>
          </a:p>
          <a:p>
            <a:r>
              <a:rPr lang="en-IN" dirty="0">
                <a:solidFill>
                  <a:schemeClr val="bg1"/>
                </a:solidFill>
              </a:rPr>
              <a:t>These five cities contribute 98.6% of the total AQI data </a:t>
            </a:r>
            <a:r>
              <a:rPr lang="en-IN" dirty="0" err="1">
                <a:solidFill>
                  <a:schemeClr val="bg1"/>
                </a:solidFill>
              </a:rPr>
              <a:t>analyzed</a:t>
            </a:r>
            <a:r>
              <a:rPr lang="en-IN" dirty="0">
                <a:solidFill>
                  <a:schemeClr val="bg1"/>
                </a:solidFill>
              </a:rPr>
              <a:t>.</a:t>
            </a:r>
          </a:p>
          <a:p>
            <a:r>
              <a:rPr lang="en-US" dirty="0">
                <a:solidFill>
                  <a:srgbClr val="FF0000"/>
                </a:solidFill>
              </a:rPr>
              <a:t>Interpretation:</a:t>
            </a:r>
          </a:p>
          <a:p>
            <a:r>
              <a:rPr lang="en-US" dirty="0">
                <a:solidFill>
                  <a:schemeClr val="bg1"/>
                </a:solidFill>
              </a:rPr>
              <a:t>Mumbai, Delhi, and Kolkata emerge as the top three most polluted cities.</a:t>
            </a:r>
          </a:p>
          <a:p>
            <a:r>
              <a:rPr lang="en-US" dirty="0">
                <a:solidFill>
                  <a:schemeClr val="bg1"/>
                </a:solidFill>
              </a:rPr>
              <a:t>Despite being metro hubs, all five cities consistently exceed healthy AQI limits.</a:t>
            </a:r>
          </a:p>
          <a:p>
            <a:r>
              <a:rPr lang="en-US" dirty="0">
                <a:solidFill>
                  <a:schemeClr val="bg1"/>
                </a:solidFill>
              </a:rPr>
              <a:t>Highlights the urgent need for city-specific pollution control measures.</a:t>
            </a:r>
            <a:endParaRPr lang="en-IN" dirty="0">
              <a:solidFill>
                <a:schemeClr val="bg1"/>
              </a:solidFill>
            </a:endParaRPr>
          </a:p>
        </p:txBody>
      </p:sp>
    </p:spTree>
    <p:extLst>
      <p:ext uri="{BB962C8B-B14F-4D97-AF65-F5344CB8AC3E}">
        <p14:creationId xmlns:p14="http://schemas.microsoft.com/office/powerpoint/2010/main" val="35511056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7E7EF43-CF80-7942-F54F-CE46DF744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2AA8E-DA1D-D58C-DDEA-8C821E7DA6D7}"/>
              </a:ext>
            </a:extLst>
          </p:cNvPr>
          <p:cNvSpPr>
            <a:spLocks noGrp="1"/>
          </p:cNvSpPr>
          <p:nvPr>
            <p:ph type="title"/>
          </p:nvPr>
        </p:nvSpPr>
        <p:spPr>
          <a:xfrm>
            <a:off x="838200" y="365125"/>
            <a:ext cx="10515600" cy="922901"/>
          </a:xfrm>
        </p:spPr>
        <p:txBody>
          <a:bodyPr/>
          <a:lstStyle/>
          <a:p>
            <a:r>
              <a:rPr lang="en-IN" b="1" dirty="0">
                <a:solidFill>
                  <a:schemeClr val="accent5"/>
                </a:solidFill>
              </a:rPr>
              <a:t>Conclusion</a:t>
            </a:r>
          </a:p>
        </p:txBody>
      </p:sp>
      <p:sp>
        <p:nvSpPr>
          <p:cNvPr id="3" name="Content Placeholder 2">
            <a:extLst>
              <a:ext uri="{FF2B5EF4-FFF2-40B4-BE49-F238E27FC236}">
                <a16:creationId xmlns:a16="http://schemas.microsoft.com/office/drawing/2014/main" id="{C666AFDA-7AAE-4FAC-F53D-BC6BDB490DB7}"/>
              </a:ext>
            </a:extLst>
          </p:cNvPr>
          <p:cNvSpPr>
            <a:spLocks noGrp="1"/>
          </p:cNvSpPr>
          <p:nvPr>
            <p:ph idx="1"/>
          </p:nvPr>
        </p:nvSpPr>
        <p:spPr>
          <a:xfrm>
            <a:off x="838200" y="1288026"/>
            <a:ext cx="10515600" cy="4888937"/>
          </a:xfrm>
        </p:spPr>
        <p:txBody>
          <a:bodyPr>
            <a:normAutofit fontScale="77500" lnSpcReduction="20000"/>
          </a:bodyPr>
          <a:lstStyle/>
          <a:p>
            <a:pPr marL="0" indent="0">
              <a:buNone/>
            </a:pPr>
            <a:r>
              <a:rPr lang="en-US" b="1" dirty="0">
                <a:solidFill>
                  <a:schemeClr val="accent6"/>
                </a:solidFill>
              </a:rPr>
              <a:t>Project Summary</a:t>
            </a:r>
          </a:p>
          <a:p>
            <a:r>
              <a:rPr lang="en-US" dirty="0">
                <a:solidFill>
                  <a:schemeClr val="bg1"/>
                </a:solidFill>
              </a:rPr>
              <a:t>Analyzed Air Quality Index (AQI) trends across India from 2015 to 2024.</a:t>
            </a:r>
          </a:p>
          <a:p>
            <a:r>
              <a:rPr lang="en-US" dirty="0">
                <a:solidFill>
                  <a:schemeClr val="bg1"/>
                </a:solidFill>
              </a:rPr>
              <a:t>Used Power BI for data cleaning, modeling, and interactive visualization.</a:t>
            </a:r>
          </a:p>
          <a:p>
            <a:r>
              <a:rPr lang="en-US" dirty="0">
                <a:solidFill>
                  <a:schemeClr val="bg1"/>
                </a:solidFill>
              </a:rPr>
              <a:t>Focused on key dimensions: year, city, season, pollutant type, and monthly trends.</a:t>
            </a:r>
          </a:p>
          <a:p>
            <a:pPr marL="0" indent="0">
              <a:buNone/>
            </a:pPr>
            <a:endParaRPr lang="en-US" dirty="0">
              <a:solidFill>
                <a:schemeClr val="bg1"/>
              </a:solidFill>
            </a:endParaRPr>
          </a:p>
          <a:p>
            <a:pPr marL="0" indent="0">
              <a:buNone/>
            </a:pPr>
            <a:r>
              <a:rPr lang="en-US" b="1" dirty="0">
                <a:solidFill>
                  <a:schemeClr val="accent6"/>
                </a:solidFill>
              </a:rPr>
              <a:t>Key Insights</a:t>
            </a:r>
          </a:p>
          <a:p>
            <a:r>
              <a:rPr lang="en-US" dirty="0">
                <a:solidFill>
                  <a:schemeClr val="bg1"/>
                </a:solidFill>
              </a:rPr>
              <a:t>No city met the AQI goal of 100 in any year — critical air quality concerns persist.</a:t>
            </a:r>
          </a:p>
          <a:p>
            <a:r>
              <a:rPr lang="en-US" dirty="0">
                <a:solidFill>
                  <a:schemeClr val="bg1"/>
                </a:solidFill>
              </a:rPr>
              <a:t>Delhi and Mumbai consistently recorded the highest pollution levels.</a:t>
            </a:r>
          </a:p>
          <a:p>
            <a:r>
              <a:rPr lang="en-US" dirty="0">
                <a:solidFill>
                  <a:schemeClr val="bg1"/>
                </a:solidFill>
              </a:rPr>
              <a:t>Winter and post-monsoon seasons showed significant AQI spikes, likely due to low dispersion and increased emissions.</a:t>
            </a:r>
          </a:p>
          <a:p>
            <a:r>
              <a:rPr lang="en-US" dirty="0">
                <a:solidFill>
                  <a:schemeClr val="bg1"/>
                </a:solidFill>
              </a:rPr>
              <a:t>PM2.5 and PM10 are the most dominant pollutants across all regions.</a:t>
            </a:r>
          </a:p>
          <a:p>
            <a:r>
              <a:rPr lang="en-US" dirty="0">
                <a:solidFill>
                  <a:schemeClr val="bg1"/>
                </a:solidFill>
              </a:rPr>
              <a:t>Air quality worsened between 2015–2020, with slight improvement post-pandemic years.</a:t>
            </a:r>
            <a:endParaRPr lang="en-IN" dirty="0">
              <a:solidFill>
                <a:schemeClr val="bg1"/>
              </a:solidFill>
            </a:endParaRPr>
          </a:p>
        </p:txBody>
      </p:sp>
    </p:spTree>
    <p:extLst>
      <p:ext uri="{BB962C8B-B14F-4D97-AF65-F5344CB8AC3E}">
        <p14:creationId xmlns:p14="http://schemas.microsoft.com/office/powerpoint/2010/main" val="4521689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2020BE4-DC23-83A2-89A8-47CF1B15B2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25C30D-B1EB-2739-0CC0-B3247474DA4D}"/>
              </a:ext>
            </a:extLst>
          </p:cNvPr>
          <p:cNvSpPr>
            <a:spLocks noGrp="1"/>
          </p:cNvSpPr>
          <p:nvPr>
            <p:ph type="title"/>
          </p:nvPr>
        </p:nvSpPr>
        <p:spPr>
          <a:xfrm>
            <a:off x="838200" y="365125"/>
            <a:ext cx="10439400" cy="5504733"/>
          </a:xfrm>
        </p:spPr>
        <p:txBody>
          <a:bodyPr>
            <a:normAutofit/>
          </a:bodyPr>
          <a:lstStyle/>
          <a:p>
            <a:pPr marL="0" indent="0"/>
            <a:r>
              <a:rPr lang="en-US" sz="2800" dirty="0">
                <a:solidFill>
                  <a:schemeClr val="accent6"/>
                </a:solidFill>
              </a:rPr>
              <a:t>Recommendations</a:t>
            </a:r>
            <a:br>
              <a:rPr lang="en-US" sz="2800" dirty="0">
                <a:solidFill>
                  <a:schemeClr val="accent6"/>
                </a:solidFill>
              </a:rPr>
            </a:br>
            <a:r>
              <a:rPr lang="en-US" sz="2800" dirty="0">
                <a:solidFill>
                  <a:schemeClr val="bg1"/>
                </a:solidFill>
              </a:rPr>
              <a:t>Strengthen urban air pollution control policies in top 5 cities.</a:t>
            </a:r>
            <a:br>
              <a:rPr lang="en-US" sz="2800" dirty="0">
                <a:solidFill>
                  <a:schemeClr val="bg1"/>
                </a:solidFill>
              </a:rPr>
            </a:br>
            <a:r>
              <a:rPr lang="en-US" sz="2800" dirty="0">
                <a:solidFill>
                  <a:schemeClr val="bg1"/>
                </a:solidFill>
              </a:rPr>
              <a:t>Implement seasonal interventions, especially during winters.</a:t>
            </a:r>
            <a:br>
              <a:rPr lang="en-US" sz="2800" dirty="0">
                <a:solidFill>
                  <a:schemeClr val="bg1"/>
                </a:solidFill>
              </a:rPr>
            </a:br>
            <a:r>
              <a:rPr lang="en-US" sz="2800" dirty="0">
                <a:solidFill>
                  <a:schemeClr val="bg1"/>
                </a:solidFill>
              </a:rPr>
              <a:t>Promote green energy, public transport, and industrial emission regulations.</a:t>
            </a:r>
            <a:br>
              <a:rPr lang="en-US" sz="2800" dirty="0">
                <a:solidFill>
                  <a:schemeClr val="bg1"/>
                </a:solidFill>
              </a:rPr>
            </a:br>
            <a:r>
              <a:rPr lang="en-US" sz="2800" dirty="0">
                <a:solidFill>
                  <a:schemeClr val="bg1"/>
                </a:solidFill>
              </a:rPr>
              <a:t>Encourage citizen awareness and participation through real-time AQI apps and alerts.</a:t>
            </a:r>
            <a:br>
              <a:rPr lang="en-US" sz="2800" dirty="0">
                <a:solidFill>
                  <a:schemeClr val="bg1"/>
                </a:solidFill>
              </a:rPr>
            </a:br>
            <a:br>
              <a:rPr lang="en-US" sz="2800" dirty="0">
                <a:solidFill>
                  <a:schemeClr val="bg1"/>
                </a:solidFill>
              </a:rPr>
            </a:br>
            <a:r>
              <a:rPr lang="en-US" sz="2800" dirty="0">
                <a:solidFill>
                  <a:schemeClr val="accent6"/>
                </a:solidFill>
              </a:rPr>
              <a:t>Future Scope</a:t>
            </a:r>
            <a:br>
              <a:rPr lang="en-US" sz="2800" dirty="0">
                <a:solidFill>
                  <a:schemeClr val="accent6"/>
                </a:solidFill>
              </a:rPr>
            </a:br>
            <a:r>
              <a:rPr lang="en-US" sz="2800" dirty="0">
                <a:solidFill>
                  <a:schemeClr val="bg1"/>
                </a:solidFill>
              </a:rPr>
              <a:t>Extend analysis to include real-time monitoring, health impact, and satellite data integration.</a:t>
            </a:r>
            <a:br>
              <a:rPr lang="en-US" sz="2800" dirty="0">
                <a:solidFill>
                  <a:schemeClr val="bg1"/>
                </a:solidFill>
              </a:rPr>
            </a:br>
            <a:r>
              <a:rPr lang="en-US" sz="2800" dirty="0">
                <a:solidFill>
                  <a:schemeClr val="bg1"/>
                </a:solidFill>
              </a:rPr>
              <a:t>Build predictive models for forecasting AQI trends and risk levels.</a:t>
            </a:r>
            <a:br>
              <a:rPr lang="en-IN" sz="2800" dirty="0">
                <a:solidFill>
                  <a:schemeClr val="bg1"/>
                </a:solidFill>
              </a:rPr>
            </a:br>
            <a:endParaRPr lang="en-IN" sz="2800" dirty="0"/>
          </a:p>
        </p:txBody>
      </p:sp>
    </p:spTree>
    <p:extLst>
      <p:ext uri="{BB962C8B-B14F-4D97-AF65-F5344CB8AC3E}">
        <p14:creationId xmlns:p14="http://schemas.microsoft.com/office/powerpoint/2010/main" val="3882111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ED3B8-6E33-87FB-3C4D-D66583FAA9F5}"/>
              </a:ext>
            </a:extLst>
          </p:cNvPr>
          <p:cNvSpPr>
            <a:spLocks noGrp="1"/>
          </p:cNvSpPr>
          <p:nvPr>
            <p:ph type="title"/>
          </p:nvPr>
        </p:nvSpPr>
        <p:spPr>
          <a:xfrm>
            <a:off x="838200" y="907026"/>
            <a:ext cx="10515600" cy="5043948"/>
          </a:xfrm>
        </p:spPr>
        <p:txBody>
          <a:bodyPr/>
          <a:lstStyle/>
          <a:p>
            <a:pPr algn="ctr"/>
            <a:r>
              <a:rPr lang="en-US" dirty="0">
                <a:solidFill>
                  <a:schemeClr val="bg1"/>
                </a:solidFill>
              </a:rPr>
              <a:t>Thank You</a:t>
            </a:r>
            <a:endParaRPr lang="en-IN" dirty="0">
              <a:solidFill>
                <a:schemeClr val="bg1"/>
              </a:solidFill>
            </a:endParaRPr>
          </a:p>
        </p:txBody>
      </p:sp>
    </p:spTree>
    <p:extLst>
      <p:ext uri="{BB962C8B-B14F-4D97-AF65-F5344CB8AC3E}">
        <p14:creationId xmlns:p14="http://schemas.microsoft.com/office/powerpoint/2010/main" val="4134159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469</TotalTime>
  <Words>2626</Words>
  <Application>Microsoft Office PowerPoint</Application>
  <PresentationFormat>Widescreen</PresentationFormat>
  <Paragraphs>205</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Arial Unicode MS</vt:lpstr>
      <vt:lpstr>Calibri</vt:lpstr>
      <vt:lpstr>Calibri Light</vt:lpstr>
      <vt:lpstr>Segoe UI</vt:lpstr>
      <vt:lpstr>Office Theme</vt:lpstr>
      <vt:lpstr>Air Quality Index Analysis(AQI) in India (2015–2024)</vt:lpstr>
      <vt:lpstr>Introduction :</vt:lpstr>
      <vt:lpstr>Problem Statement</vt:lpstr>
      <vt:lpstr> Project Objective</vt:lpstr>
      <vt:lpstr>Dataset Overview</vt:lpstr>
      <vt:lpstr>Tools &amp; Technologies</vt:lpstr>
      <vt:lpstr>Data Loading</vt:lpstr>
      <vt:lpstr>Data Cleaning in Power Query Editor</vt:lpstr>
      <vt:lpstr>Using First Row as Headers</vt:lpstr>
      <vt:lpstr>Renaming Columns</vt:lpstr>
      <vt:lpstr>Removing Column</vt:lpstr>
      <vt:lpstr> Detecting &amp; Changing Data Types</vt:lpstr>
      <vt:lpstr>Renaming Table</vt:lpstr>
      <vt:lpstr>Removing &amp; Nulls</vt:lpstr>
      <vt:lpstr>Remove duplicates</vt:lpstr>
      <vt:lpstr>Data Modeling</vt:lpstr>
      <vt:lpstr>Creating &amp; Using dimDate Table</vt:lpstr>
      <vt:lpstr>Finalized Power BI Data Model</vt:lpstr>
      <vt:lpstr>Power BI Report Design Strategy</vt:lpstr>
      <vt:lpstr>National AQI Overview</vt:lpstr>
      <vt:lpstr>Overview</vt:lpstr>
      <vt:lpstr>Monthly AQI Trends</vt:lpstr>
      <vt:lpstr> Identifying the Cities with Highest AQI Levels (2015–2024)</vt:lpstr>
      <vt:lpstr>PowerPoint Presentation</vt:lpstr>
      <vt:lpstr>Conclusion</vt:lpstr>
      <vt:lpstr>Recommendations Strengthen urban air pollution control policies in top 5 cities. Implement seasonal interventions, especially during winters. Promote green energy, public transport, and industrial emission regulations. Encourage citizen awareness and participation through real-time AQI apps and alerts.  Future Scope Extend analysis to include real-time monitoring, health impact, and satellite data integration. Build predictive models for forecasting AQI trends and risk levels.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Mohammad Alquamah Ansari</dc:creator>
  <cp:lastModifiedBy>Mohammad Alquamah Ansari</cp:lastModifiedBy>
  <cp:revision>1</cp:revision>
  <dcterms:created xsi:type="dcterms:W3CDTF">2025-05-21T09:31:19Z</dcterms:created>
  <dcterms:modified xsi:type="dcterms:W3CDTF">2025-05-29T13:50:03Z</dcterms:modified>
</cp:coreProperties>
</file>